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9144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
</file>

<file path=ppt/charts/_rels/chart1.xml.rels><?xml version="1.0" encoding="UTF-8"?>
<Relationships xmlns="http://schemas.openxmlformats.org/package/2006/relationships"><Relationship Id="rId1" Type="http://schemas.openxmlformats.org/officeDocument/2006/relationships/package" Target="../embeddings/Microsoft_Excel_Sheet1.xlsx"/></Relationships>
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1"/>
  <c:roundedCorners val="0"/>
  <c:chart>
    <c:title>
      <c:tx>
        <c:rich>
          <a:bodyPr rot="0"/>
          <a:lstStyle/>
          <a:p>
            <a:pPr>
              <a:defRPr b="0" i="0" strike="noStrike" sz="1800" u="none">
                <a:solidFill>
                  <a:srgbClr val="595959"/>
                </a:solidFill>
                <a:latin typeface="Arial"/>
              </a:defRPr>
            </a:pPr>
            <a:r>
              <a:rPr b="0" i="0" strike="noStrike" sz="1800" u="none">
                <a:solidFill>
                  <a:srgbClr val="595959"/>
                </a:solidFill>
                <a:latin typeface="Arial"/>
              </a:rPr>
              <a:t>Сравнительный анализ результатов диагностик 
5 класс, 6 класс
</a:t>
            </a:r>
          </a:p>
        </c:rich>
      </c:tx>
      <c:layout>
        <c:manualLayout>
          <c:xMode val="edge"/>
          <c:yMode val="edge"/>
          <c:x val="0.051306"/>
          <c:y val="0"/>
          <c:w val="0.897388"/>
          <c:h val="0.183216"/>
        </c:manualLayout>
      </c:layout>
      <c:overlay val="1"/>
      <c:spPr>
        <a:noFill/>
        <a:effectLst/>
      </c:spPr>
    </c:title>
    <c:autoTitleDeleted val="1"/>
    <c:plotArea>
      <c:layout>
        <c:manualLayout>
          <c:layoutTarget val="inner"/>
          <c:xMode val="edge"/>
          <c:yMode val="edge"/>
          <c:x val="0.039727"/>
          <c:y val="0.183216"/>
          <c:w val="0.955273"/>
          <c:h val="0.237485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5 класс</c:v>
                </c:pt>
              </c:strCache>
            </c:strRef>
          </c:tx>
          <c:spPr>
            <a:solidFill>
              <a:schemeClr val="accent1"/>
            </a:solidFill>
            <a:ln w="12700" cap="flat">
              <a:noFill/>
              <a:miter lim="400000"/>
            </a:ln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Sheet1!$A$2:$A$12</c:f>
              <c:strCache>
                <c:ptCount val="11"/>
                <c:pt idx="0">
                  <c:v>озаглавить текст</c:v>
                </c:pt>
                <c:pt idx="1">
                  <c:v>формулировать тезис, выражающий общий смысл текста</c:v>
                </c:pt>
                <c:pt idx="2">
                  <c:v>находить ответы в тексте (в явном виде)</c:v>
                </c:pt>
                <c:pt idx="3">
                  <c:v>находить ответы в тексте (в неявном виде) </c:v>
                </c:pt>
                <c:pt idx="4">
                  <c:v>объяснять порядок частей</c:v>
                </c:pt>
                <c:pt idx="5">
                  <c:v>использовать информацию для решения пробем</c:v>
                </c:pt>
                <c:pt idx="6">
                  <c:v>переходить от одного представления данных к другому</c:v>
                </c:pt>
                <c:pt idx="7">
                  <c:v>выводить заключение  о намерении автора</c:v>
                </c:pt>
                <c:pt idx="8">
                  <c:v>задавать вопрос к тексту</c:v>
                </c:pt>
                <c:pt idx="9">
                  <c:v>формулировать утверждения на основе предположения</c:v>
                </c:pt>
                <c:pt idx="10">
                  <c:v>оценивать свои знания </c:v>
                </c:pt>
              </c:strCache>
            </c:strRef>
          </c:cat>
          <c:val>
            <c:numRef>
              <c:f>Sheet1!$B$2:$B$12</c:f>
              <c:numCache>
                <c:ptCount val="11"/>
                <c:pt idx="0">
                  <c:v>27.000000</c:v>
                </c:pt>
                <c:pt idx="1">
                  <c:v>13.000000</c:v>
                </c:pt>
                <c:pt idx="2">
                  <c:v>59.000000</c:v>
                </c:pt>
                <c:pt idx="3">
                  <c:v>0.000000</c:v>
                </c:pt>
                <c:pt idx="4">
                  <c:v>25.000000</c:v>
                </c:pt>
                <c:pt idx="5">
                  <c:v>20.000000</c:v>
                </c:pt>
                <c:pt idx="6">
                  <c:v>7.000000</c:v>
                </c:pt>
                <c:pt idx="7">
                  <c:v>0.000000</c:v>
                </c:pt>
                <c:pt idx="8">
                  <c:v>35.000000</c:v>
                </c:pt>
                <c:pt idx="9">
                  <c:v>0.000000</c:v>
                </c:pt>
                <c:pt idx="10">
                  <c:v>33.000000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6 класс</c:v>
                </c:pt>
              </c:strCache>
            </c:strRef>
          </c:tx>
          <c:spPr>
            <a:solidFill>
              <a:schemeClr val="accent2"/>
            </a:solidFill>
            <a:ln w="12700" cap="flat">
              <a:noFill/>
              <a:miter lim="400000"/>
            </a:ln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Sheet1!$A$2:$A$12</c:f>
              <c:strCache>
                <c:ptCount val="11"/>
                <c:pt idx="0">
                  <c:v>озаглавить текст</c:v>
                </c:pt>
                <c:pt idx="1">
                  <c:v>формулировать тезис, выражающий общий смысл текста</c:v>
                </c:pt>
                <c:pt idx="2">
                  <c:v>находить ответы в тексте (в явном виде)</c:v>
                </c:pt>
                <c:pt idx="3">
                  <c:v>находить ответы в тексте (в неявном виде) </c:v>
                </c:pt>
                <c:pt idx="4">
                  <c:v>объяснять порядок частей</c:v>
                </c:pt>
                <c:pt idx="5">
                  <c:v>использовать информацию для решения пробем</c:v>
                </c:pt>
                <c:pt idx="6">
                  <c:v>переходить от одного представления данных к другому</c:v>
                </c:pt>
                <c:pt idx="7">
                  <c:v>выводить заключение  о намерении автора</c:v>
                </c:pt>
                <c:pt idx="8">
                  <c:v>задавать вопрос к тексту</c:v>
                </c:pt>
                <c:pt idx="9">
                  <c:v>формулировать утверждения на основе предположения</c:v>
                </c:pt>
                <c:pt idx="10">
                  <c:v>оценивать свои знания </c:v>
                </c:pt>
              </c:strCache>
            </c:strRef>
          </c:cat>
          <c:val>
            <c:numRef>
              <c:f>Sheet1!$C$2:$C$12</c:f>
              <c:numCache>
                <c:ptCount val="11"/>
                <c:pt idx="0">
                  <c:v>35.000000</c:v>
                </c:pt>
                <c:pt idx="1">
                  <c:v>35.000000</c:v>
                </c:pt>
                <c:pt idx="2">
                  <c:v>60.000000</c:v>
                </c:pt>
                <c:pt idx="3">
                  <c:v>35.000000</c:v>
                </c:pt>
                <c:pt idx="4">
                  <c:v>45.000000</c:v>
                </c:pt>
                <c:pt idx="5">
                  <c:v>59.000000</c:v>
                </c:pt>
                <c:pt idx="6">
                  <c:v>29.000000</c:v>
                </c:pt>
                <c:pt idx="7">
                  <c:v>0.000000</c:v>
                </c:pt>
                <c:pt idx="8">
                  <c:v>67.000000</c:v>
                </c:pt>
                <c:pt idx="9">
                  <c:v>0.000000</c:v>
                </c:pt>
                <c:pt idx="10">
                  <c:v>56.000000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Столбец1</c:v>
                </c:pt>
              </c:strCache>
            </c:strRef>
          </c:tx>
          <c:spPr>
            <a:solidFill>
              <a:schemeClr val="accent3"/>
            </a:solidFill>
            <a:ln w="12700" cap="flat">
              <a:noFill/>
              <a:miter lim="400000"/>
            </a:ln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Sheet1!$A$2:$A$12</c:f>
              <c:strCache>
                <c:ptCount val="11"/>
                <c:pt idx="0">
                  <c:v>озаглавить текст</c:v>
                </c:pt>
                <c:pt idx="1">
                  <c:v>формулировать тезис, выражающий общий смысл текста</c:v>
                </c:pt>
                <c:pt idx="2">
                  <c:v>находить ответы в тексте (в явном виде)</c:v>
                </c:pt>
                <c:pt idx="3">
                  <c:v>находить ответы в тексте (в неявном виде) </c:v>
                </c:pt>
                <c:pt idx="4">
                  <c:v>объяснять порядок частей</c:v>
                </c:pt>
                <c:pt idx="5">
                  <c:v>использовать информацию для решения пробем</c:v>
                </c:pt>
                <c:pt idx="6">
                  <c:v>переходить от одного представления данных к другому</c:v>
                </c:pt>
                <c:pt idx="7">
                  <c:v>выводить заключение  о намерении автора</c:v>
                </c:pt>
                <c:pt idx="8">
                  <c:v>задавать вопрос к тексту</c:v>
                </c:pt>
                <c:pt idx="9">
                  <c:v>формулировать утверждения на основе предположения</c:v>
                </c:pt>
                <c:pt idx="10">
                  <c:v>оценивать свои знания </c:v>
                </c:pt>
              </c:strCache>
            </c:strRef>
          </c:cat>
          <c:val>
            <c:numRef>
              <c:f>Sheet1!$D$2:$D$12</c:f>
              <c:numCache>
                <c:ptCount val="0"/>
              </c:numCache>
            </c:numRef>
          </c:val>
        </c:ser>
        <c:gapWidth val="219"/>
        <c:overlap val="-27"/>
        <c:axId val="2094734552"/>
        <c:axId val="2094734553"/>
      </c:barChart>
      <c:catAx>
        <c:axId val="2094734552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low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 rot="0"/>
          <a:lstStyle/>
          <a:p>
            <a:pPr>
              <a:defRPr b="0" i="0" strike="noStrike" sz="1100" u="none">
                <a:solidFill>
                  <a:srgbClr val="595959"/>
                </a:solidFill>
                <a:latin typeface="Arial"/>
              </a:defRPr>
            </a:pPr>
          </a:p>
        </c:txPr>
        <c:crossAx val="2094734553"/>
        <c:crosses val="autoZero"/>
        <c:auto val="1"/>
        <c:lblAlgn val="ctr"/>
        <c:noMultiLvlLbl val="1"/>
      </c:catAx>
      <c:valAx>
        <c:axId val="2094734553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9D9D9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 rot="0"/>
          <a:lstStyle/>
          <a:p>
            <a:pPr>
              <a:defRPr b="0" i="0" strike="noStrike" sz="1100" u="none">
                <a:solidFill>
                  <a:srgbClr val="595959"/>
                </a:solidFill>
                <a:latin typeface="Arial"/>
              </a:defRPr>
            </a:pPr>
          </a:p>
        </c:txPr>
        <c:crossAx val="2094734552"/>
        <c:crosses val="autoZero"/>
        <c:crossBetween val="between"/>
        <c:majorUnit val="17.5"/>
        <c:minorUnit val="8.75"/>
      </c:valAx>
      <c:spPr>
        <a:noFill/>
        <a:ln w="12700" cap="flat">
          <a:noFill/>
          <a:miter lim="400000"/>
        </a:ln>
        <a:effectLst/>
      </c:spPr>
    </c:plotArea>
    <c:legend>
      <c:legendPos val="b"/>
      <c:layout>
        <c:manualLayout>
          <c:xMode val="edge"/>
          <c:yMode val="edge"/>
          <c:x val="0.290489"/>
          <c:y val="0.9587"/>
          <c:w val="0.374933"/>
          <c:h val="0.0412998"/>
        </c:manualLayout>
      </c:layout>
      <c:overlay val="1"/>
      <c:spPr>
        <a:noFill/>
        <a:ln w="12700" cap="flat">
          <a:noFill/>
          <a:miter lim="400000"/>
        </a:ln>
        <a:effectLst/>
      </c:spPr>
      <c:txPr>
        <a:bodyPr rot="0"/>
        <a:lstStyle/>
        <a:p>
          <a:pPr>
            <a:defRPr b="0" i="0" strike="noStrike" sz="1100" u="none">
              <a:solidFill>
                <a:srgbClr val="595959"/>
              </a:solidFill>
              <a:latin typeface="Arial"/>
            </a:defRPr>
          </a:pPr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Shape 475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476" name="Shape 476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Arial"/>
      </a:defRPr>
    </a:lvl1pPr>
    <a:lvl2pPr indent="228600" latinLnBrk="0">
      <a:defRPr sz="1200">
        <a:latin typeface="+mj-lt"/>
        <a:ea typeface="+mj-ea"/>
        <a:cs typeface="+mj-cs"/>
        <a:sym typeface="Arial"/>
      </a:defRPr>
    </a:lvl2pPr>
    <a:lvl3pPr indent="457200" latinLnBrk="0">
      <a:defRPr sz="1200">
        <a:latin typeface="+mj-lt"/>
        <a:ea typeface="+mj-ea"/>
        <a:cs typeface="+mj-cs"/>
        <a:sym typeface="Arial"/>
      </a:defRPr>
    </a:lvl3pPr>
    <a:lvl4pPr indent="685800" latinLnBrk="0">
      <a:defRPr sz="1200">
        <a:latin typeface="+mj-lt"/>
        <a:ea typeface="+mj-ea"/>
        <a:cs typeface="+mj-cs"/>
        <a:sym typeface="Arial"/>
      </a:defRPr>
    </a:lvl4pPr>
    <a:lvl5pPr indent="914400" latinLnBrk="0">
      <a:defRPr sz="1200">
        <a:latin typeface="+mj-lt"/>
        <a:ea typeface="+mj-ea"/>
        <a:cs typeface="+mj-cs"/>
        <a:sym typeface="Arial"/>
      </a:defRPr>
    </a:lvl5pPr>
    <a:lvl6pPr indent="1143000" latinLnBrk="0">
      <a:defRPr sz="1200">
        <a:latin typeface="+mj-lt"/>
        <a:ea typeface="+mj-ea"/>
        <a:cs typeface="+mj-cs"/>
        <a:sym typeface="Arial"/>
      </a:defRPr>
    </a:lvl6pPr>
    <a:lvl7pPr indent="1371600" latinLnBrk="0">
      <a:defRPr sz="1200">
        <a:latin typeface="+mj-lt"/>
        <a:ea typeface="+mj-ea"/>
        <a:cs typeface="+mj-cs"/>
        <a:sym typeface="Arial"/>
      </a:defRPr>
    </a:lvl7pPr>
    <a:lvl8pPr indent="1600200" latinLnBrk="0">
      <a:defRPr sz="1200">
        <a:latin typeface="+mj-lt"/>
        <a:ea typeface="+mj-ea"/>
        <a:cs typeface="+mj-cs"/>
        <a:sym typeface="Arial"/>
      </a:defRPr>
    </a:lvl8pPr>
    <a:lvl9pPr indent="1828800" latinLnBrk="0">
      <a:defRPr sz="1200">
        <a:latin typeface="+mj-lt"/>
        <a:ea typeface="+mj-ea"/>
        <a:cs typeface="+mj-cs"/>
        <a:sym typeface="Arial"/>
      </a:defRPr>
    </a:lvl9pPr>
  </p:notesStyle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Shape 493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494" name="Shape 494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 spc="-1" sz="2000"/>
            </a:lvl1pPr>
          </a:lstStyle>
          <a:p>
            <a:pPr/>
            <a:r>
              <a:t>	</a:t>
            </a:r>
          </a:p>
        </p:txBody>
      </p:sp>
    </p:spTree>
  </p:cSld>
  <p:clrMapOvr>
    <a:masterClrMapping/>
  </p:clrMapOvr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rcRect l="2922" t="16663" r="3649" b="0"/>
          <a:stretch>
            <a:fillRect/>
          </a:stretch>
        </p:blipFill>
        <p:spPr>
          <a:xfrm>
            <a:off x="-2" y="-2"/>
            <a:ext cx="9143284" cy="1428124"/>
          </a:xfrm>
          <a:prstGeom prst="rect">
            <a:avLst/>
          </a:prstGeom>
          <a:ln w="12700">
            <a:miter lim="400000"/>
          </a:ln>
          <a:effectLst>
            <a:reflection blurRad="0" stA="38000" stPos="0" endA="0" endPos="40000" dist="0" dir="5400000" fadeDir="5400000" sx="100000" sy="-100000" kx="0" ky="0" algn="bl" rotWithShape="0"/>
          </a:effectLst>
        </p:spPr>
      </p:pic>
      <p:pic>
        <p:nvPicPr>
          <p:cNvPr id="17" name="Picture 3" descr="Picture 3"/>
          <p:cNvPicPr>
            <a:picLocks noChangeAspect="1"/>
          </p:cNvPicPr>
          <p:nvPr/>
        </p:nvPicPr>
        <p:blipFill>
          <a:blip r:embed="rId3">
            <a:extLst/>
          </a:blip>
          <a:srcRect l="11538" t="0" r="0" b="11937"/>
          <a:stretch>
            <a:fillRect/>
          </a:stretch>
        </p:blipFill>
        <p:spPr>
          <a:xfrm>
            <a:off x="0" y="5357879"/>
            <a:ext cx="3285360" cy="1499402"/>
          </a:xfrm>
          <a:prstGeom prst="rect">
            <a:avLst/>
          </a:prstGeom>
          <a:ln w="12700">
            <a:miter lim="400000"/>
          </a:ln>
        </p:spPr>
      </p:pic>
      <p:pic>
        <p:nvPicPr>
          <p:cNvPr id="18" name="Picture 2" descr="Picture 2"/>
          <p:cNvPicPr>
            <a:picLocks noChangeAspect="1"/>
          </p:cNvPicPr>
          <p:nvPr/>
        </p:nvPicPr>
        <p:blipFill>
          <a:blip r:embed="rId4">
            <a:extLst/>
          </a:blip>
          <a:srcRect l="11854" t="0" r="0" b="0"/>
          <a:stretch>
            <a:fillRect/>
          </a:stretch>
        </p:blipFill>
        <p:spPr>
          <a:xfrm>
            <a:off x="8215559" y="5175360"/>
            <a:ext cx="928082" cy="1681922"/>
          </a:xfrm>
          <a:prstGeom prst="rect">
            <a:avLst/>
          </a:prstGeom>
          <a:ln w="12700">
            <a:miter lim="400000"/>
          </a:ln>
        </p:spPr>
      </p:pic>
      <p:pic>
        <p:nvPicPr>
          <p:cNvPr id="19" name="Picture 3" descr="Picture 3"/>
          <p:cNvPicPr>
            <a:picLocks noChangeAspect="1"/>
          </p:cNvPicPr>
          <p:nvPr/>
        </p:nvPicPr>
        <p:blipFill>
          <a:blip r:embed="rId3">
            <a:extLst/>
          </a:blip>
          <a:srcRect l="11538" t="0" r="0" b="11937"/>
          <a:stretch>
            <a:fillRect/>
          </a:stretch>
        </p:blipFill>
        <p:spPr>
          <a:xfrm>
            <a:off x="0" y="5357879"/>
            <a:ext cx="3285360" cy="1499402"/>
          </a:xfrm>
          <a:prstGeom prst="rect">
            <a:avLst/>
          </a:prstGeom>
          <a:ln w="12700">
            <a:miter lim="400000"/>
          </a:ln>
        </p:spPr>
      </p:pic>
      <p:pic>
        <p:nvPicPr>
          <p:cNvPr id="20" name="Picture 2" descr="Picture 2"/>
          <p:cNvPicPr>
            <a:picLocks noChangeAspect="1"/>
          </p:cNvPicPr>
          <p:nvPr/>
        </p:nvPicPr>
        <p:blipFill>
          <a:blip r:embed="rId4">
            <a:extLst/>
          </a:blip>
          <a:srcRect l="11854" t="0" r="0" b="0"/>
          <a:stretch>
            <a:fillRect/>
          </a:stretch>
        </p:blipFill>
        <p:spPr>
          <a:xfrm>
            <a:off x="8215559" y="5175360"/>
            <a:ext cx="928082" cy="1681922"/>
          </a:xfrm>
          <a:prstGeom prst="rect">
            <a:avLst/>
          </a:prstGeom>
          <a:ln w="12700">
            <a:miter lim="400000"/>
          </a:ln>
        </p:spPr>
      </p:pic>
      <p:sp>
        <p:nvSpPr>
          <p:cNvPr id="21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rcRect l="2922" t="16663" r="3649" b="0"/>
          <a:stretch>
            <a:fillRect/>
          </a:stretch>
        </p:blipFill>
        <p:spPr>
          <a:xfrm>
            <a:off x="-2" y="-2"/>
            <a:ext cx="9143284" cy="1428124"/>
          </a:xfrm>
          <a:prstGeom prst="rect">
            <a:avLst/>
          </a:prstGeom>
          <a:ln w="12700">
            <a:miter lim="400000"/>
          </a:ln>
          <a:effectLst>
            <a:reflection blurRad="0" stA="38000" stPos="0" endA="0" endPos="40000" dist="0" dir="5400000" fadeDir="5400000" sx="100000" sy="-100000" kx="0" ky="0" algn="bl" rotWithShape="0"/>
          </a:effectLst>
        </p:spPr>
      </p:pic>
      <p:pic>
        <p:nvPicPr>
          <p:cNvPr id="29" name="Picture 3" descr="Picture 3"/>
          <p:cNvPicPr>
            <a:picLocks noChangeAspect="1"/>
          </p:cNvPicPr>
          <p:nvPr/>
        </p:nvPicPr>
        <p:blipFill>
          <a:blip r:embed="rId3">
            <a:extLst/>
          </a:blip>
          <a:srcRect l="11538" t="0" r="0" b="11937"/>
          <a:stretch>
            <a:fillRect/>
          </a:stretch>
        </p:blipFill>
        <p:spPr>
          <a:xfrm>
            <a:off x="0" y="5357879"/>
            <a:ext cx="3285360" cy="1499402"/>
          </a:xfrm>
          <a:prstGeom prst="rect">
            <a:avLst/>
          </a:prstGeom>
          <a:ln w="12700">
            <a:miter lim="400000"/>
          </a:ln>
        </p:spPr>
      </p:pic>
      <p:pic>
        <p:nvPicPr>
          <p:cNvPr id="30" name="Picture 2" descr="Picture 2"/>
          <p:cNvPicPr>
            <a:picLocks noChangeAspect="1"/>
          </p:cNvPicPr>
          <p:nvPr/>
        </p:nvPicPr>
        <p:blipFill>
          <a:blip r:embed="rId4">
            <a:extLst/>
          </a:blip>
          <a:srcRect l="11854" t="0" r="0" b="0"/>
          <a:stretch>
            <a:fillRect/>
          </a:stretch>
        </p:blipFill>
        <p:spPr>
          <a:xfrm>
            <a:off x="8215559" y="5175360"/>
            <a:ext cx="928082" cy="1681922"/>
          </a:xfrm>
          <a:prstGeom prst="rect">
            <a:avLst/>
          </a:prstGeom>
          <a:ln w="12700">
            <a:miter lim="400000"/>
          </a:ln>
        </p:spPr>
      </p:pic>
      <p:pic>
        <p:nvPicPr>
          <p:cNvPr id="31" name="Picture 3" descr="Picture 3"/>
          <p:cNvPicPr>
            <a:picLocks noChangeAspect="1"/>
          </p:cNvPicPr>
          <p:nvPr/>
        </p:nvPicPr>
        <p:blipFill>
          <a:blip r:embed="rId3">
            <a:extLst/>
          </a:blip>
          <a:srcRect l="11538" t="0" r="0" b="11937"/>
          <a:stretch>
            <a:fillRect/>
          </a:stretch>
        </p:blipFill>
        <p:spPr>
          <a:xfrm>
            <a:off x="0" y="5357879"/>
            <a:ext cx="3285360" cy="1499402"/>
          </a:xfrm>
          <a:prstGeom prst="rect">
            <a:avLst/>
          </a:prstGeom>
          <a:ln w="12700">
            <a:miter lim="400000"/>
          </a:ln>
        </p:spPr>
      </p:pic>
      <p:pic>
        <p:nvPicPr>
          <p:cNvPr id="32" name="Picture 2" descr="Picture 2"/>
          <p:cNvPicPr>
            <a:picLocks noChangeAspect="1"/>
          </p:cNvPicPr>
          <p:nvPr/>
        </p:nvPicPr>
        <p:blipFill>
          <a:blip r:embed="rId4">
            <a:extLst/>
          </a:blip>
          <a:srcRect l="11854" t="0" r="0" b="0"/>
          <a:stretch>
            <a:fillRect/>
          </a:stretch>
        </p:blipFill>
        <p:spPr>
          <a:xfrm>
            <a:off x="8215559" y="5175360"/>
            <a:ext cx="928082" cy="1681922"/>
          </a:xfrm>
          <a:prstGeom prst="rect">
            <a:avLst/>
          </a:prstGeom>
          <a:ln w="12700">
            <a:miter lim="400000"/>
          </a:ln>
        </p:spPr>
      </p:pic>
      <p:sp>
        <p:nvSpPr>
          <p:cNvPr id="33" name="Текст заголовка"/>
          <p:cNvSpPr txBox="1"/>
          <p:nvPr>
            <p:ph type="title"/>
          </p:nvPr>
        </p:nvSpPr>
        <p:spPr>
          <a:xfrm>
            <a:off x="457200" y="222840"/>
            <a:ext cx="8229242" cy="1246681"/>
          </a:xfrm>
          <a:prstGeom prst="rect">
            <a:avLst/>
          </a:prstGeom>
        </p:spPr>
        <p:txBody>
          <a:bodyPr>
            <a:normAutofit fontScale="100000" lnSpcReduction="0"/>
          </a:bodyPr>
          <a:lstStyle/>
          <a:p>
            <a:pPr/>
            <a:r>
              <a:t>Текст заголовка</a:t>
            </a:r>
          </a:p>
        </p:txBody>
      </p:sp>
      <p:sp>
        <p:nvSpPr>
          <p:cNvPr id="34" name="Уровень текста 1…"/>
          <p:cNvSpPr txBox="1"/>
          <p:nvPr>
            <p:ph type="body" idx="1"/>
          </p:nvPr>
        </p:nvSpPr>
        <p:spPr>
          <a:xfrm>
            <a:off x="457200" y="1604519"/>
            <a:ext cx="8229242" cy="3977283"/>
          </a:xfrm>
          <a:prstGeom prst="rect">
            <a:avLst/>
          </a:prstGeom>
        </p:spPr>
        <p:txBody>
          <a:bodyPr/>
          <a:lstStyle/>
          <a:p>
            <a:pPr/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35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rcRect l="2922" t="16663" r="3649" b="0"/>
          <a:stretch>
            <a:fillRect/>
          </a:stretch>
        </p:blipFill>
        <p:spPr>
          <a:xfrm>
            <a:off x="-2" y="-2"/>
            <a:ext cx="9143284" cy="1428124"/>
          </a:xfrm>
          <a:prstGeom prst="rect">
            <a:avLst/>
          </a:prstGeom>
          <a:ln w="12700">
            <a:miter lim="400000"/>
          </a:ln>
          <a:effectLst>
            <a:reflection blurRad="0" stA="38000" stPos="0" endA="0" endPos="40000" dist="0" dir="5400000" fadeDir="5400000" sx="100000" sy="-100000" kx="0" ky="0" algn="bl" rotWithShape="0"/>
          </a:effectLst>
        </p:spPr>
      </p:pic>
      <p:pic>
        <p:nvPicPr>
          <p:cNvPr id="43" name="Picture 3" descr="Picture 3"/>
          <p:cNvPicPr>
            <a:picLocks noChangeAspect="1"/>
          </p:cNvPicPr>
          <p:nvPr/>
        </p:nvPicPr>
        <p:blipFill>
          <a:blip r:embed="rId3">
            <a:extLst/>
          </a:blip>
          <a:srcRect l="11538" t="0" r="0" b="11937"/>
          <a:stretch>
            <a:fillRect/>
          </a:stretch>
        </p:blipFill>
        <p:spPr>
          <a:xfrm>
            <a:off x="0" y="5357879"/>
            <a:ext cx="3285360" cy="1499402"/>
          </a:xfrm>
          <a:prstGeom prst="rect">
            <a:avLst/>
          </a:prstGeom>
          <a:ln w="12700">
            <a:miter lim="400000"/>
          </a:ln>
        </p:spPr>
      </p:pic>
      <p:pic>
        <p:nvPicPr>
          <p:cNvPr id="44" name="Picture 2" descr="Picture 2"/>
          <p:cNvPicPr>
            <a:picLocks noChangeAspect="1"/>
          </p:cNvPicPr>
          <p:nvPr/>
        </p:nvPicPr>
        <p:blipFill>
          <a:blip r:embed="rId4">
            <a:extLst/>
          </a:blip>
          <a:srcRect l="11854" t="0" r="0" b="0"/>
          <a:stretch>
            <a:fillRect/>
          </a:stretch>
        </p:blipFill>
        <p:spPr>
          <a:xfrm>
            <a:off x="8215559" y="5175360"/>
            <a:ext cx="928082" cy="1681922"/>
          </a:xfrm>
          <a:prstGeom prst="rect">
            <a:avLst/>
          </a:prstGeom>
          <a:ln w="12700">
            <a:miter lim="400000"/>
          </a:ln>
        </p:spPr>
      </p:pic>
      <p:pic>
        <p:nvPicPr>
          <p:cNvPr id="45" name="Picture 3" descr="Picture 3"/>
          <p:cNvPicPr>
            <a:picLocks noChangeAspect="1"/>
          </p:cNvPicPr>
          <p:nvPr/>
        </p:nvPicPr>
        <p:blipFill>
          <a:blip r:embed="rId3">
            <a:extLst/>
          </a:blip>
          <a:srcRect l="11538" t="0" r="0" b="11937"/>
          <a:stretch>
            <a:fillRect/>
          </a:stretch>
        </p:blipFill>
        <p:spPr>
          <a:xfrm>
            <a:off x="0" y="5357879"/>
            <a:ext cx="3285360" cy="1499402"/>
          </a:xfrm>
          <a:prstGeom prst="rect">
            <a:avLst/>
          </a:prstGeom>
          <a:ln w="12700">
            <a:miter lim="400000"/>
          </a:ln>
        </p:spPr>
      </p:pic>
      <p:pic>
        <p:nvPicPr>
          <p:cNvPr id="46" name="Picture 2" descr="Picture 2"/>
          <p:cNvPicPr>
            <a:picLocks noChangeAspect="1"/>
          </p:cNvPicPr>
          <p:nvPr/>
        </p:nvPicPr>
        <p:blipFill>
          <a:blip r:embed="rId4">
            <a:extLst/>
          </a:blip>
          <a:srcRect l="11854" t="0" r="0" b="0"/>
          <a:stretch>
            <a:fillRect/>
          </a:stretch>
        </p:blipFill>
        <p:spPr>
          <a:xfrm>
            <a:off x="8215559" y="5175360"/>
            <a:ext cx="928082" cy="1681922"/>
          </a:xfrm>
          <a:prstGeom prst="rect">
            <a:avLst/>
          </a:prstGeom>
          <a:ln w="12700">
            <a:miter lim="400000"/>
          </a:ln>
        </p:spPr>
      </p:pic>
      <p:sp>
        <p:nvSpPr>
          <p:cNvPr id="47" name="Текст заголовка"/>
          <p:cNvSpPr txBox="1"/>
          <p:nvPr>
            <p:ph type="title"/>
          </p:nvPr>
        </p:nvSpPr>
        <p:spPr>
          <a:xfrm>
            <a:off x="457200" y="222840"/>
            <a:ext cx="8229242" cy="1246681"/>
          </a:xfrm>
          <a:prstGeom prst="rect">
            <a:avLst/>
          </a:prstGeom>
        </p:spPr>
        <p:txBody>
          <a:bodyPr>
            <a:normAutofit fontScale="100000" lnSpcReduction="0"/>
          </a:bodyPr>
          <a:lstStyle/>
          <a:p>
            <a:pPr/>
            <a:r>
              <a:t>Текст заголовка</a:t>
            </a:r>
          </a:p>
        </p:txBody>
      </p:sp>
      <p:sp>
        <p:nvSpPr>
          <p:cNvPr id="48" name="Уровень текста 1…"/>
          <p:cNvSpPr txBox="1"/>
          <p:nvPr>
            <p:ph type="body" idx="1"/>
          </p:nvPr>
        </p:nvSpPr>
        <p:spPr>
          <a:xfrm>
            <a:off x="457200" y="1604519"/>
            <a:ext cx="8229242" cy="3977283"/>
          </a:xfrm>
          <a:prstGeom prst="rect">
            <a:avLst/>
          </a:prstGeom>
        </p:spPr>
        <p:txBody>
          <a:bodyPr anchor="t"/>
          <a:lstStyle/>
          <a:p>
            <a:pPr/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49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rcRect l="2922" t="16663" r="3649" b="0"/>
          <a:stretch>
            <a:fillRect/>
          </a:stretch>
        </p:blipFill>
        <p:spPr>
          <a:xfrm>
            <a:off x="-2" y="-2"/>
            <a:ext cx="9143284" cy="1428124"/>
          </a:xfrm>
          <a:prstGeom prst="rect">
            <a:avLst/>
          </a:prstGeom>
          <a:ln w="12700">
            <a:miter lim="400000"/>
          </a:ln>
          <a:effectLst>
            <a:reflection blurRad="0" stA="38000" stPos="0" endA="0" endPos="40000" dist="0" dir="5400000" fadeDir="5400000" sx="100000" sy="-100000" kx="0" ky="0" algn="bl" rotWithShape="0"/>
          </a:effectLst>
        </p:spPr>
      </p:pic>
      <p:pic>
        <p:nvPicPr>
          <p:cNvPr id="57" name="Picture 3" descr="Picture 3"/>
          <p:cNvPicPr>
            <a:picLocks noChangeAspect="1"/>
          </p:cNvPicPr>
          <p:nvPr/>
        </p:nvPicPr>
        <p:blipFill>
          <a:blip r:embed="rId3">
            <a:extLst/>
          </a:blip>
          <a:srcRect l="11538" t="0" r="0" b="11937"/>
          <a:stretch>
            <a:fillRect/>
          </a:stretch>
        </p:blipFill>
        <p:spPr>
          <a:xfrm>
            <a:off x="0" y="5357879"/>
            <a:ext cx="3285360" cy="1499402"/>
          </a:xfrm>
          <a:prstGeom prst="rect">
            <a:avLst/>
          </a:prstGeom>
          <a:ln w="12700">
            <a:miter lim="400000"/>
          </a:ln>
        </p:spPr>
      </p:pic>
      <p:pic>
        <p:nvPicPr>
          <p:cNvPr id="58" name="Picture 2" descr="Picture 2"/>
          <p:cNvPicPr>
            <a:picLocks noChangeAspect="1"/>
          </p:cNvPicPr>
          <p:nvPr/>
        </p:nvPicPr>
        <p:blipFill>
          <a:blip r:embed="rId4">
            <a:extLst/>
          </a:blip>
          <a:srcRect l="11854" t="0" r="0" b="0"/>
          <a:stretch>
            <a:fillRect/>
          </a:stretch>
        </p:blipFill>
        <p:spPr>
          <a:xfrm>
            <a:off x="8215559" y="5175360"/>
            <a:ext cx="928082" cy="1681922"/>
          </a:xfrm>
          <a:prstGeom prst="rect">
            <a:avLst/>
          </a:prstGeom>
          <a:ln w="12700">
            <a:miter lim="400000"/>
          </a:ln>
        </p:spPr>
      </p:pic>
      <p:pic>
        <p:nvPicPr>
          <p:cNvPr id="59" name="Picture 3" descr="Picture 3"/>
          <p:cNvPicPr>
            <a:picLocks noChangeAspect="1"/>
          </p:cNvPicPr>
          <p:nvPr/>
        </p:nvPicPr>
        <p:blipFill>
          <a:blip r:embed="rId3">
            <a:extLst/>
          </a:blip>
          <a:srcRect l="11538" t="0" r="0" b="11937"/>
          <a:stretch>
            <a:fillRect/>
          </a:stretch>
        </p:blipFill>
        <p:spPr>
          <a:xfrm>
            <a:off x="0" y="5357879"/>
            <a:ext cx="3285360" cy="1499402"/>
          </a:xfrm>
          <a:prstGeom prst="rect">
            <a:avLst/>
          </a:prstGeom>
          <a:ln w="12700">
            <a:miter lim="400000"/>
          </a:ln>
        </p:spPr>
      </p:pic>
      <p:pic>
        <p:nvPicPr>
          <p:cNvPr id="60" name="Picture 2" descr="Picture 2"/>
          <p:cNvPicPr>
            <a:picLocks noChangeAspect="1"/>
          </p:cNvPicPr>
          <p:nvPr/>
        </p:nvPicPr>
        <p:blipFill>
          <a:blip r:embed="rId4">
            <a:extLst/>
          </a:blip>
          <a:srcRect l="11854" t="0" r="0" b="0"/>
          <a:stretch>
            <a:fillRect/>
          </a:stretch>
        </p:blipFill>
        <p:spPr>
          <a:xfrm>
            <a:off x="8215559" y="5175360"/>
            <a:ext cx="928082" cy="1681922"/>
          </a:xfrm>
          <a:prstGeom prst="rect">
            <a:avLst/>
          </a:prstGeom>
          <a:ln w="12700">
            <a:miter lim="400000"/>
          </a:ln>
        </p:spPr>
      </p:pic>
      <p:sp>
        <p:nvSpPr>
          <p:cNvPr id="61" name="Текст заголовка"/>
          <p:cNvSpPr txBox="1"/>
          <p:nvPr>
            <p:ph type="title"/>
          </p:nvPr>
        </p:nvSpPr>
        <p:spPr>
          <a:xfrm>
            <a:off x="457200" y="222840"/>
            <a:ext cx="8229242" cy="1246681"/>
          </a:xfrm>
          <a:prstGeom prst="rect">
            <a:avLst/>
          </a:prstGeom>
        </p:spPr>
        <p:txBody>
          <a:bodyPr>
            <a:normAutofit fontScale="100000" lnSpcReduction="0"/>
          </a:bodyPr>
          <a:lstStyle/>
          <a:p>
            <a:pPr/>
            <a:r>
              <a:t>Текст заголовка</a:t>
            </a:r>
          </a:p>
        </p:txBody>
      </p:sp>
      <p:sp>
        <p:nvSpPr>
          <p:cNvPr id="62" name="Уровень текста 1…"/>
          <p:cNvSpPr txBox="1"/>
          <p:nvPr>
            <p:ph type="body" sz="half" idx="1"/>
          </p:nvPr>
        </p:nvSpPr>
        <p:spPr>
          <a:xfrm>
            <a:off x="457200" y="1604519"/>
            <a:ext cx="4015800" cy="3977283"/>
          </a:xfrm>
          <a:prstGeom prst="rect">
            <a:avLst/>
          </a:prstGeom>
        </p:spPr>
        <p:txBody>
          <a:bodyPr anchor="t"/>
          <a:lstStyle/>
          <a:p>
            <a:pPr/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63" name="PlaceHolder 3"/>
          <p:cNvSpPr/>
          <p:nvPr>
            <p:ph type="body" sz="half" idx="21"/>
          </p:nvPr>
        </p:nvSpPr>
        <p:spPr>
          <a:xfrm>
            <a:off x="4674239" y="1604519"/>
            <a:ext cx="4015800" cy="3977283"/>
          </a:xfrm>
          <a:prstGeom prst="rect">
            <a:avLst/>
          </a:prstGeom>
        </p:spPr>
        <p:txBody>
          <a:bodyPr anchor="t"/>
          <a:lstStyle/>
          <a:p>
            <a:pPr>
              <a:defRPr spc="-100"/>
            </a:pPr>
          </a:p>
        </p:txBody>
      </p:sp>
      <p:sp>
        <p:nvSpPr>
          <p:cNvPr id="64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rcRect l="2922" t="16663" r="3649" b="0"/>
          <a:stretch>
            <a:fillRect/>
          </a:stretch>
        </p:blipFill>
        <p:spPr>
          <a:xfrm>
            <a:off x="-2" y="-2"/>
            <a:ext cx="9143284" cy="1428124"/>
          </a:xfrm>
          <a:prstGeom prst="rect">
            <a:avLst/>
          </a:prstGeom>
          <a:ln w="12700">
            <a:miter lim="400000"/>
          </a:ln>
          <a:effectLst>
            <a:reflection blurRad="0" stA="38000" stPos="0" endA="0" endPos="40000" dist="0" dir="5400000" fadeDir="5400000" sx="100000" sy="-100000" kx="0" ky="0" algn="bl" rotWithShape="0"/>
          </a:effectLst>
        </p:spPr>
      </p:pic>
      <p:pic>
        <p:nvPicPr>
          <p:cNvPr id="72" name="Picture 3" descr="Picture 3"/>
          <p:cNvPicPr>
            <a:picLocks noChangeAspect="1"/>
          </p:cNvPicPr>
          <p:nvPr/>
        </p:nvPicPr>
        <p:blipFill>
          <a:blip r:embed="rId3">
            <a:extLst/>
          </a:blip>
          <a:srcRect l="11538" t="0" r="0" b="11937"/>
          <a:stretch>
            <a:fillRect/>
          </a:stretch>
        </p:blipFill>
        <p:spPr>
          <a:xfrm>
            <a:off x="0" y="5357879"/>
            <a:ext cx="3285360" cy="1499402"/>
          </a:xfrm>
          <a:prstGeom prst="rect">
            <a:avLst/>
          </a:prstGeom>
          <a:ln w="12700">
            <a:miter lim="400000"/>
          </a:ln>
        </p:spPr>
      </p:pic>
      <p:pic>
        <p:nvPicPr>
          <p:cNvPr id="73" name="Picture 2" descr="Picture 2"/>
          <p:cNvPicPr>
            <a:picLocks noChangeAspect="1"/>
          </p:cNvPicPr>
          <p:nvPr/>
        </p:nvPicPr>
        <p:blipFill>
          <a:blip r:embed="rId4">
            <a:extLst/>
          </a:blip>
          <a:srcRect l="11854" t="0" r="0" b="0"/>
          <a:stretch>
            <a:fillRect/>
          </a:stretch>
        </p:blipFill>
        <p:spPr>
          <a:xfrm>
            <a:off x="8215559" y="5175360"/>
            <a:ext cx="928082" cy="1681922"/>
          </a:xfrm>
          <a:prstGeom prst="rect">
            <a:avLst/>
          </a:prstGeom>
          <a:ln w="12700">
            <a:miter lim="400000"/>
          </a:ln>
        </p:spPr>
      </p:pic>
      <p:pic>
        <p:nvPicPr>
          <p:cNvPr id="74" name="Picture 3" descr="Picture 3"/>
          <p:cNvPicPr>
            <a:picLocks noChangeAspect="1"/>
          </p:cNvPicPr>
          <p:nvPr/>
        </p:nvPicPr>
        <p:blipFill>
          <a:blip r:embed="rId3">
            <a:extLst/>
          </a:blip>
          <a:srcRect l="11538" t="0" r="0" b="11937"/>
          <a:stretch>
            <a:fillRect/>
          </a:stretch>
        </p:blipFill>
        <p:spPr>
          <a:xfrm>
            <a:off x="0" y="5357879"/>
            <a:ext cx="3285360" cy="1499402"/>
          </a:xfrm>
          <a:prstGeom prst="rect">
            <a:avLst/>
          </a:prstGeom>
          <a:ln w="12700">
            <a:miter lim="400000"/>
          </a:ln>
        </p:spPr>
      </p:pic>
      <p:pic>
        <p:nvPicPr>
          <p:cNvPr id="75" name="Picture 2" descr="Picture 2"/>
          <p:cNvPicPr>
            <a:picLocks noChangeAspect="1"/>
          </p:cNvPicPr>
          <p:nvPr/>
        </p:nvPicPr>
        <p:blipFill>
          <a:blip r:embed="rId4">
            <a:extLst/>
          </a:blip>
          <a:srcRect l="11854" t="0" r="0" b="0"/>
          <a:stretch>
            <a:fillRect/>
          </a:stretch>
        </p:blipFill>
        <p:spPr>
          <a:xfrm>
            <a:off x="8215559" y="5175360"/>
            <a:ext cx="928082" cy="1681922"/>
          </a:xfrm>
          <a:prstGeom prst="rect">
            <a:avLst/>
          </a:prstGeom>
          <a:ln w="12700">
            <a:miter lim="400000"/>
          </a:ln>
        </p:spPr>
      </p:pic>
      <p:sp>
        <p:nvSpPr>
          <p:cNvPr id="76" name="Текст заголовка"/>
          <p:cNvSpPr txBox="1"/>
          <p:nvPr>
            <p:ph type="title"/>
          </p:nvPr>
        </p:nvSpPr>
        <p:spPr>
          <a:xfrm>
            <a:off x="457200" y="222840"/>
            <a:ext cx="8229242" cy="1246681"/>
          </a:xfrm>
          <a:prstGeom prst="rect">
            <a:avLst/>
          </a:prstGeom>
        </p:spPr>
        <p:txBody>
          <a:bodyPr>
            <a:normAutofit fontScale="100000" lnSpcReduction="0"/>
          </a:bodyPr>
          <a:lstStyle/>
          <a:p>
            <a:pPr/>
            <a:r>
              <a:t>Текст заголовка</a:t>
            </a:r>
          </a:p>
        </p:txBody>
      </p:sp>
      <p:sp>
        <p:nvSpPr>
          <p:cNvPr id="77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Уровень текста 1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85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rcRect l="2922" t="16663" r="3649" b="0"/>
          <a:stretch>
            <a:fillRect/>
          </a:stretch>
        </p:blipFill>
        <p:spPr>
          <a:xfrm>
            <a:off x="-2" y="-2"/>
            <a:ext cx="9143284" cy="1428124"/>
          </a:xfrm>
          <a:prstGeom prst="rect">
            <a:avLst/>
          </a:prstGeom>
          <a:ln w="12700">
            <a:miter lim="400000"/>
          </a:ln>
          <a:effectLst>
            <a:reflection blurRad="0" stA="38000" stPos="0" endA="0" endPos="40000" dist="0" dir="5400000" fadeDir="5400000" sx="100000" sy="-100000" kx="0" ky="0" algn="bl" rotWithShape="0"/>
          </a:effectLst>
        </p:spPr>
      </p:pic>
      <p:pic>
        <p:nvPicPr>
          <p:cNvPr id="93" name="Picture 3" descr="Picture 3"/>
          <p:cNvPicPr>
            <a:picLocks noChangeAspect="1"/>
          </p:cNvPicPr>
          <p:nvPr/>
        </p:nvPicPr>
        <p:blipFill>
          <a:blip r:embed="rId3">
            <a:extLst/>
          </a:blip>
          <a:srcRect l="11538" t="0" r="0" b="11937"/>
          <a:stretch>
            <a:fillRect/>
          </a:stretch>
        </p:blipFill>
        <p:spPr>
          <a:xfrm>
            <a:off x="0" y="5357879"/>
            <a:ext cx="3285360" cy="1499402"/>
          </a:xfrm>
          <a:prstGeom prst="rect">
            <a:avLst/>
          </a:prstGeom>
          <a:ln w="12700">
            <a:miter lim="400000"/>
          </a:ln>
        </p:spPr>
      </p:pic>
      <p:pic>
        <p:nvPicPr>
          <p:cNvPr id="94" name="Picture 2" descr="Picture 2"/>
          <p:cNvPicPr>
            <a:picLocks noChangeAspect="1"/>
          </p:cNvPicPr>
          <p:nvPr/>
        </p:nvPicPr>
        <p:blipFill>
          <a:blip r:embed="rId4">
            <a:extLst/>
          </a:blip>
          <a:srcRect l="11854" t="0" r="0" b="0"/>
          <a:stretch>
            <a:fillRect/>
          </a:stretch>
        </p:blipFill>
        <p:spPr>
          <a:xfrm>
            <a:off x="8215559" y="5175360"/>
            <a:ext cx="928082" cy="1681922"/>
          </a:xfrm>
          <a:prstGeom prst="rect">
            <a:avLst/>
          </a:prstGeom>
          <a:ln w="12700">
            <a:miter lim="400000"/>
          </a:ln>
        </p:spPr>
      </p:pic>
      <p:pic>
        <p:nvPicPr>
          <p:cNvPr id="95" name="Picture 3" descr="Picture 3"/>
          <p:cNvPicPr>
            <a:picLocks noChangeAspect="1"/>
          </p:cNvPicPr>
          <p:nvPr/>
        </p:nvPicPr>
        <p:blipFill>
          <a:blip r:embed="rId3">
            <a:extLst/>
          </a:blip>
          <a:srcRect l="11538" t="0" r="0" b="11937"/>
          <a:stretch>
            <a:fillRect/>
          </a:stretch>
        </p:blipFill>
        <p:spPr>
          <a:xfrm>
            <a:off x="0" y="5357879"/>
            <a:ext cx="3285360" cy="1499402"/>
          </a:xfrm>
          <a:prstGeom prst="rect">
            <a:avLst/>
          </a:prstGeom>
          <a:ln w="12700">
            <a:miter lim="400000"/>
          </a:ln>
        </p:spPr>
      </p:pic>
      <p:pic>
        <p:nvPicPr>
          <p:cNvPr id="96" name="Picture 2" descr="Picture 2"/>
          <p:cNvPicPr>
            <a:picLocks noChangeAspect="1"/>
          </p:cNvPicPr>
          <p:nvPr/>
        </p:nvPicPr>
        <p:blipFill>
          <a:blip r:embed="rId4">
            <a:extLst/>
          </a:blip>
          <a:srcRect l="11854" t="0" r="0" b="0"/>
          <a:stretch>
            <a:fillRect/>
          </a:stretch>
        </p:blipFill>
        <p:spPr>
          <a:xfrm>
            <a:off x="8215559" y="5175360"/>
            <a:ext cx="928082" cy="1681922"/>
          </a:xfrm>
          <a:prstGeom prst="rect">
            <a:avLst/>
          </a:prstGeom>
          <a:ln w="12700">
            <a:miter lim="400000"/>
          </a:ln>
        </p:spPr>
      </p:pic>
      <p:sp>
        <p:nvSpPr>
          <p:cNvPr id="97" name="Текст заголовка"/>
          <p:cNvSpPr txBox="1"/>
          <p:nvPr>
            <p:ph type="title"/>
          </p:nvPr>
        </p:nvSpPr>
        <p:spPr>
          <a:xfrm>
            <a:off x="457200" y="222840"/>
            <a:ext cx="8229242" cy="1246681"/>
          </a:xfrm>
          <a:prstGeom prst="rect">
            <a:avLst/>
          </a:prstGeom>
        </p:spPr>
        <p:txBody>
          <a:bodyPr>
            <a:normAutofit fontScale="100000" lnSpcReduction="0"/>
          </a:bodyPr>
          <a:lstStyle/>
          <a:p>
            <a:pPr/>
            <a:r>
              <a:t>Текст заголовка</a:t>
            </a:r>
          </a:p>
        </p:txBody>
      </p:sp>
      <p:sp>
        <p:nvSpPr>
          <p:cNvPr id="98" name="Уровень текста 1…"/>
          <p:cNvSpPr txBox="1"/>
          <p:nvPr>
            <p:ph type="body" sz="quarter" idx="1"/>
          </p:nvPr>
        </p:nvSpPr>
        <p:spPr>
          <a:xfrm>
            <a:off x="457200" y="1604519"/>
            <a:ext cx="4015800" cy="1896842"/>
          </a:xfrm>
          <a:prstGeom prst="rect">
            <a:avLst/>
          </a:prstGeom>
        </p:spPr>
        <p:txBody>
          <a:bodyPr anchor="t"/>
          <a:lstStyle/>
          <a:p>
            <a:pPr/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99" name="PlaceHolder 4"/>
          <p:cNvSpPr/>
          <p:nvPr>
            <p:ph type="body" sz="half" idx="21"/>
          </p:nvPr>
        </p:nvSpPr>
        <p:spPr>
          <a:xfrm>
            <a:off x="4674239" y="1604519"/>
            <a:ext cx="4015800" cy="3977283"/>
          </a:xfrm>
          <a:prstGeom prst="rect">
            <a:avLst/>
          </a:prstGeom>
        </p:spPr>
        <p:txBody>
          <a:bodyPr anchor="t"/>
          <a:lstStyle/>
          <a:p>
            <a:pPr>
              <a:defRPr spc="-100"/>
            </a:pPr>
          </a:p>
        </p:txBody>
      </p:sp>
      <p:sp>
        <p:nvSpPr>
          <p:cNvPr id="100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rcRect l="2922" t="16663" r="3649" b="0"/>
          <a:stretch>
            <a:fillRect/>
          </a:stretch>
        </p:blipFill>
        <p:spPr>
          <a:xfrm>
            <a:off x="-2" y="-2"/>
            <a:ext cx="9143284" cy="1428124"/>
          </a:xfrm>
          <a:prstGeom prst="rect">
            <a:avLst/>
          </a:prstGeom>
          <a:ln w="12700">
            <a:miter lim="400000"/>
          </a:ln>
          <a:effectLst>
            <a:reflection blurRad="0" stA="38000" stPos="0" endA="0" endPos="40000" dist="0" dir="5400000" fadeDir="5400000" sx="100000" sy="-100000" kx="0" ky="0" algn="bl" rotWithShape="0"/>
          </a:effectLst>
        </p:spPr>
      </p:pic>
      <p:pic>
        <p:nvPicPr>
          <p:cNvPr id="108" name="Picture 3" descr="Picture 3"/>
          <p:cNvPicPr>
            <a:picLocks noChangeAspect="1"/>
          </p:cNvPicPr>
          <p:nvPr/>
        </p:nvPicPr>
        <p:blipFill>
          <a:blip r:embed="rId3">
            <a:extLst/>
          </a:blip>
          <a:srcRect l="11538" t="0" r="0" b="11937"/>
          <a:stretch>
            <a:fillRect/>
          </a:stretch>
        </p:blipFill>
        <p:spPr>
          <a:xfrm>
            <a:off x="0" y="5357879"/>
            <a:ext cx="3285360" cy="1499402"/>
          </a:xfrm>
          <a:prstGeom prst="rect">
            <a:avLst/>
          </a:prstGeom>
          <a:ln w="12700">
            <a:miter lim="400000"/>
          </a:ln>
        </p:spPr>
      </p:pic>
      <p:pic>
        <p:nvPicPr>
          <p:cNvPr id="109" name="Picture 2" descr="Picture 2"/>
          <p:cNvPicPr>
            <a:picLocks noChangeAspect="1"/>
          </p:cNvPicPr>
          <p:nvPr/>
        </p:nvPicPr>
        <p:blipFill>
          <a:blip r:embed="rId4">
            <a:extLst/>
          </a:blip>
          <a:srcRect l="11854" t="0" r="0" b="0"/>
          <a:stretch>
            <a:fillRect/>
          </a:stretch>
        </p:blipFill>
        <p:spPr>
          <a:xfrm>
            <a:off x="8215559" y="5175360"/>
            <a:ext cx="928082" cy="1681922"/>
          </a:xfrm>
          <a:prstGeom prst="rect">
            <a:avLst/>
          </a:prstGeom>
          <a:ln w="12700">
            <a:miter lim="400000"/>
          </a:ln>
        </p:spPr>
      </p:pic>
      <p:pic>
        <p:nvPicPr>
          <p:cNvPr id="110" name="Picture 3" descr="Picture 3"/>
          <p:cNvPicPr>
            <a:picLocks noChangeAspect="1"/>
          </p:cNvPicPr>
          <p:nvPr/>
        </p:nvPicPr>
        <p:blipFill>
          <a:blip r:embed="rId3">
            <a:extLst/>
          </a:blip>
          <a:srcRect l="11538" t="0" r="0" b="11937"/>
          <a:stretch>
            <a:fillRect/>
          </a:stretch>
        </p:blipFill>
        <p:spPr>
          <a:xfrm>
            <a:off x="0" y="5357879"/>
            <a:ext cx="3285360" cy="1499402"/>
          </a:xfrm>
          <a:prstGeom prst="rect">
            <a:avLst/>
          </a:prstGeom>
          <a:ln w="12700">
            <a:miter lim="400000"/>
          </a:ln>
        </p:spPr>
      </p:pic>
      <p:pic>
        <p:nvPicPr>
          <p:cNvPr id="111" name="Picture 2" descr="Picture 2"/>
          <p:cNvPicPr>
            <a:picLocks noChangeAspect="1"/>
          </p:cNvPicPr>
          <p:nvPr/>
        </p:nvPicPr>
        <p:blipFill>
          <a:blip r:embed="rId4">
            <a:extLst/>
          </a:blip>
          <a:srcRect l="11854" t="0" r="0" b="0"/>
          <a:stretch>
            <a:fillRect/>
          </a:stretch>
        </p:blipFill>
        <p:spPr>
          <a:xfrm>
            <a:off x="8215559" y="5175360"/>
            <a:ext cx="928082" cy="1681922"/>
          </a:xfrm>
          <a:prstGeom prst="rect">
            <a:avLst/>
          </a:prstGeom>
          <a:ln w="12700">
            <a:miter lim="400000"/>
          </a:ln>
        </p:spPr>
      </p:pic>
      <p:sp>
        <p:nvSpPr>
          <p:cNvPr id="112" name="Текст заголовка"/>
          <p:cNvSpPr txBox="1"/>
          <p:nvPr>
            <p:ph type="title"/>
          </p:nvPr>
        </p:nvSpPr>
        <p:spPr>
          <a:xfrm>
            <a:off x="457200" y="222840"/>
            <a:ext cx="8229242" cy="1246681"/>
          </a:xfrm>
          <a:prstGeom prst="rect">
            <a:avLst/>
          </a:prstGeom>
        </p:spPr>
        <p:txBody>
          <a:bodyPr>
            <a:normAutofit fontScale="100000" lnSpcReduction="0"/>
          </a:bodyPr>
          <a:lstStyle/>
          <a:p>
            <a:pPr/>
            <a:r>
              <a:t>Текст заголовка</a:t>
            </a:r>
          </a:p>
        </p:txBody>
      </p:sp>
      <p:sp>
        <p:nvSpPr>
          <p:cNvPr id="113" name="Уровень текста 1…"/>
          <p:cNvSpPr txBox="1"/>
          <p:nvPr>
            <p:ph type="body" sz="half" idx="1"/>
          </p:nvPr>
        </p:nvSpPr>
        <p:spPr>
          <a:xfrm>
            <a:off x="457200" y="1604519"/>
            <a:ext cx="4015800" cy="3977283"/>
          </a:xfrm>
          <a:prstGeom prst="rect">
            <a:avLst/>
          </a:prstGeom>
        </p:spPr>
        <p:txBody>
          <a:bodyPr anchor="t"/>
          <a:lstStyle/>
          <a:p>
            <a:pPr/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114" name="PlaceHolder 4"/>
          <p:cNvSpPr/>
          <p:nvPr>
            <p:ph type="body" sz="quarter" idx="21"/>
          </p:nvPr>
        </p:nvSpPr>
        <p:spPr>
          <a:xfrm>
            <a:off x="4674239" y="3682079"/>
            <a:ext cx="4015800" cy="1896842"/>
          </a:xfrm>
          <a:prstGeom prst="rect">
            <a:avLst/>
          </a:prstGeom>
        </p:spPr>
        <p:txBody>
          <a:bodyPr anchor="t"/>
          <a:lstStyle/>
          <a:p>
            <a:pPr>
              <a:defRPr spc="-100"/>
            </a:pPr>
          </a:p>
        </p:txBody>
      </p:sp>
      <p:sp>
        <p:nvSpPr>
          <p:cNvPr id="115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rcRect l="2922" t="16663" r="3649" b="0"/>
          <a:stretch>
            <a:fillRect/>
          </a:stretch>
        </p:blipFill>
        <p:spPr>
          <a:xfrm>
            <a:off x="-2" y="-2"/>
            <a:ext cx="9143284" cy="1428124"/>
          </a:xfrm>
          <a:prstGeom prst="rect">
            <a:avLst/>
          </a:prstGeom>
          <a:ln w="12700">
            <a:miter lim="400000"/>
          </a:ln>
          <a:effectLst>
            <a:reflection blurRad="0" stA="38000" stPos="0" endA="0" endPos="40000" dist="0" dir="5400000" fadeDir="5400000" sx="100000" sy="-100000" kx="0" ky="0" algn="bl" rotWithShape="0"/>
          </a:effectLst>
        </p:spPr>
      </p:pic>
      <p:pic>
        <p:nvPicPr>
          <p:cNvPr id="123" name="Picture 3" descr="Picture 3"/>
          <p:cNvPicPr>
            <a:picLocks noChangeAspect="1"/>
          </p:cNvPicPr>
          <p:nvPr/>
        </p:nvPicPr>
        <p:blipFill>
          <a:blip r:embed="rId3">
            <a:extLst/>
          </a:blip>
          <a:srcRect l="11538" t="0" r="0" b="11937"/>
          <a:stretch>
            <a:fillRect/>
          </a:stretch>
        </p:blipFill>
        <p:spPr>
          <a:xfrm>
            <a:off x="0" y="5357879"/>
            <a:ext cx="3285360" cy="1499402"/>
          </a:xfrm>
          <a:prstGeom prst="rect">
            <a:avLst/>
          </a:prstGeom>
          <a:ln w="12700">
            <a:miter lim="400000"/>
          </a:ln>
        </p:spPr>
      </p:pic>
      <p:pic>
        <p:nvPicPr>
          <p:cNvPr id="124" name="Picture 2" descr="Picture 2"/>
          <p:cNvPicPr>
            <a:picLocks noChangeAspect="1"/>
          </p:cNvPicPr>
          <p:nvPr/>
        </p:nvPicPr>
        <p:blipFill>
          <a:blip r:embed="rId4">
            <a:extLst/>
          </a:blip>
          <a:srcRect l="11854" t="0" r="0" b="0"/>
          <a:stretch>
            <a:fillRect/>
          </a:stretch>
        </p:blipFill>
        <p:spPr>
          <a:xfrm>
            <a:off x="8215559" y="5175360"/>
            <a:ext cx="928082" cy="1681922"/>
          </a:xfrm>
          <a:prstGeom prst="rect">
            <a:avLst/>
          </a:prstGeom>
          <a:ln w="12700">
            <a:miter lim="400000"/>
          </a:ln>
        </p:spPr>
      </p:pic>
      <p:pic>
        <p:nvPicPr>
          <p:cNvPr id="125" name="Picture 3" descr="Picture 3"/>
          <p:cNvPicPr>
            <a:picLocks noChangeAspect="1"/>
          </p:cNvPicPr>
          <p:nvPr/>
        </p:nvPicPr>
        <p:blipFill>
          <a:blip r:embed="rId3">
            <a:extLst/>
          </a:blip>
          <a:srcRect l="11538" t="0" r="0" b="11937"/>
          <a:stretch>
            <a:fillRect/>
          </a:stretch>
        </p:blipFill>
        <p:spPr>
          <a:xfrm>
            <a:off x="0" y="5357879"/>
            <a:ext cx="3285360" cy="1499402"/>
          </a:xfrm>
          <a:prstGeom prst="rect">
            <a:avLst/>
          </a:prstGeom>
          <a:ln w="12700">
            <a:miter lim="400000"/>
          </a:ln>
        </p:spPr>
      </p:pic>
      <p:pic>
        <p:nvPicPr>
          <p:cNvPr id="126" name="Picture 2" descr="Picture 2"/>
          <p:cNvPicPr>
            <a:picLocks noChangeAspect="1"/>
          </p:cNvPicPr>
          <p:nvPr/>
        </p:nvPicPr>
        <p:blipFill>
          <a:blip r:embed="rId4">
            <a:extLst/>
          </a:blip>
          <a:srcRect l="11854" t="0" r="0" b="0"/>
          <a:stretch>
            <a:fillRect/>
          </a:stretch>
        </p:blipFill>
        <p:spPr>
          <a:xfrm>
            <a:off x="8215559" y="5175360"/>
            <a:ext cx="928082" cy="1681922"/>
          </a:xfrm>
          <a:prstGeom prst="rect">
            <a:avLst/>
          </a:prstGeom>
          <a:ln w="12700">
            <a:miter lim="400000"/>
          </a:ln>
        </p:spPr>
      </p:pic>
      <p:sp>
        <p:nvSpPr>
          <p:cNvPr id="127" name="Текст заголовка"/>
          <p:cNvSpPr txBox="1"/>
          <p:nvPr>
            <p:ph type="title"/>
          </p:nvPr>
        </p:nvSpPr>
        <p:spPr>
          <a:xfrm>
            <a:off x="457200" y="222840"/>
            <a:ext cx="8229242" cy="1246681"/>
          </a:xfrm>
          <a:prstGeom prst="rect">
            <a:avLst/>
          </a:prstGeom>
        </p:spPr>
        <p:txBody>
          <a:bodyPr>
            <a:normAutofit fontScale="100000" lnSpcReduction="0"/>
          </a:bodyPr>
          <a:lstStyle/>
          <a:p>
            <a:pPr/>
            <a:r>
              <a:t>Текст заголовка</a:t>
            </a:r>
          </a:p>
        </p:txBody>
      </p:sp>
      <p:sp>
        <p:nvSpPr>
          <p:cNvPr id="128" name="Уровень текста 1…"/>
          <p:cNvSpPr txBox="1"/>
          <p:nvPr>
            <p:ph type="body" sz="quarter" idx="1"/>
          </p:nvPr>
        </p:nvSpPr>
        <p:spPr>
          <a:xfrm>
            <a:off x="457200" y="1604519"/>
            <a:ext cx="4015800" cy="1896842"/>
          </a:xfrm>
          <a:prstGeom prst="rect">
            <a:avLst/>
          </a:prstGeom>
        </p:spPr>
        <p:txBody>
          <a:bodyPr anchor="t"/>
          <a:lstStyle/>
          <a:p>
            <a:pPr/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129" name="PlaceHolder 4"/>
          <p:cNvSpPr/>
          <p:nvPr>
            <p:ph type="body" sz="half" idx="21"/>
          </p:nvPr>
        </p:nvSpPr>
        <p:spPr>
          <a:xfrm>
            <a:off x="457199" y="3682079"/>
            <a:ext cx="8229242" cy="1896842"/>
          </a:xfrm>
          <a:prstGeom prst="rect">
            <a:avLst/>
          </a:prstGeom>
        </p:spPr>
        <p:txBody>
          <a:bodyPr anchor="t"/>
          <a:lstStyle/>
          <a:p>
            <a:pPr>
              <a:defRPr spc="-100"/>
            </a:pPr>
          </a:p>
        </p:txBody>
      </p:sp>
      <p:sp>
        <p:nvSpPr>
          <p:cNvPr id="130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rcRect l="2922" t="16663" r="3649" b="0"/>
          <a:stretch>
            <a:fillRect/>
          </a:stretch>
        </p:blipFill>
        <p:spPr>
          <a:xfrm>
            <a:off x="-2" y="-2"/>
            <a:ext cx="9143284" cy="1428124"/>
          </a:xfrm>
          <a:prstGeom prst="rect">
            <a:avLst/>
          </a:prstGeom>
          <a:ln w="12700">
            <a:miter lim="400000"/>
          </a:ln>
          <a:effectLst>
            <a:reflection blurRad="0" stA="38000" stPos="0" endA="0" endPos="40000" dist="0" dir="5400000" fadeDir="5400000" sx="100000" sy="-100000" kx="0" ky="0" algn="bl" rotWithShape="0"/>
          </a:effectLst>
        </p:spPr>
      </p:pic>
      <p:pic>
        <p:nvPicPr>
          <p:cNvPr id="138" name="Picture 3" descr="Picture 3"/>
          <p:cNvPicPr>
            <a:picLocks noChangeAspect="1"/>
          </p:cNvPicPr>
          <p:nvPr/>
        </p:nvPicPr>
        <p:blipFill>
          <a:blip r:embed="rId3">
            <a:extLst/>
          </a:blip>
          <a:srcRect l="11538" t="0" r="0" b="11937"/>
          <a:stretch>
            <a:fillRect/>
          </a:stretch>
        </p:blipFill>
        <p:spPr>
          <a:xfrm>
            <a:off x="0" y="5357879"/>
            <a:ext cx="3285360" cy="1499402"/>
          </a:xfrm>
          <a:prstGeom prst="rect">
            <a:avLst/>
          </a:prstGeom>
          <a:ln w="12700">
            <a:miter lim="400000"/>
          </a:ln>
        </p:spPr>
      </p:pic>
      <p:pic>
        <p:nvPicPr>
          <p:cNvPr id="139" name="Picture 2" descr="Picture 2"/>
          <p:cNvPicPr>
            <a:picLocks noChangeAspect="1"/>
          </p:cNvPicPr>
          <p:nvPr/>
        </p:nvPicPr>
        <p:blipFill>
          <a:blip r:embed="rId4">
            <a:extLst/>
          </a:blip>
          <a:srcRect l="11854" t="0" r="0" b="0"/>
          <a:stretch>
            <a:fillRect/>
          </a:stretch>
        </p:blipFill>
        <p:spPr>
          <a:xfrm>
            <a:off x="8215559" y="5175360"/>
            <a:ext cx="928082" cy="1681922"/>
          </a:xfrm>
          <a:prstGeom prst="rect">
            <a:avLst/>
          </a:prstGeom>
          <a:ln w="12700">
            <a:miter lim="400000"/>
          </a:ln>
        </p:spPr>
      </p:pic>
      <p:pic>
        <p:nvPicPr>
          <p:cNvPr id="140" name="Picture 3" descr="Picture 3"/>
          <p:cNvPicPr>
            <a:picLocks noChangeAspect="1"/>
          </p:cNvPicPr>
          <p:nvPr/>
        </p:nvPicPr>
        <p:blipFill>
          <a:blip r:embed="rId3">
            <a:extLst/>
          </a:blip>
          <a:srcRect l="11538" t="0" r="0" b="11937"/>
          <a:stretch>
            <a:fillRect/>
          </a:stretch>
        </p:blipFill>
        <p:spPr>
          <a:xfrm>
            <a:off x="0" y="5357879"/>
            <a:ext cx="3285360" cy="1499402"/>
          </a:xfrm>
          <a:prstGeom prst="rect">
            <a:avLst/>
          </a:prstGeom>
          <a:ln w="12700">
            <a:miter lim="400000"/>
          </a:ln>
        </p:spPr>
      </p:pic>
      <p:pic>
        <p:nvPicPr>
          <p:cNvPr id="141" name="Picture 2" descr="Picture 2"/>
          <p:cNvPicPr>
            <a:picLocks noChangeAspect="1"/>
          </p:cNvPicPr>
          <p:nvPr/>
        </p:nvPicPr>
        <p:blipFill>
          <a:blip r:embed="rId4">
            <a:extLst/>
          </a:blip>
          <a:srcRect l="11854" t="0" r="0" b="0"/>
          <a:stretch>
            <a:fillRect/>
          </a:stretch>
        </p:blipFill>
        <p:spPr>
          <a:xfrm>
            <a:off x="8215559" y="5175360"/>
            <a:ext cx="928082" cy="1681922"/>
          </a:xfrm>
          <a:prstGeom prst="rect">
            <a:avLst/>
          </a:prstGeom>
          <a:ln w="12700">
            <a:miter lim="400000"/>
          </a:ln>
        </p:spPr>
      </p:pic>
      <p:sp>
        <p:nvSpPr>
          <p:cNvPr id="142" name="Текст заголовка"/>
          <p:cNvSpPr txBox="1"/>
          <p:nvPr>
            <p:ph type="title"/>
          </p:nvPr>
        </p:nvSpPr>
        <p:spPr>
          <a:xfrm>
            <a:off x="457200" y="222840"/>
            <a:ext cx="8229242" cy="1246681"/>
          </a:xfrm>
          <a:prstGeom prst="rect">
            <a:avLst/>
          </a:prstGeom>
        </p:spPr>
        <p:txBody>
          <a:bodyPr>
            <a:normAutofit fontScale="100000" lnSpcReduction="0"/>
          </a:bodyPr>
          <a:lstStyle/>
          <a:p>
            <a:pPr/>
            <a:r>
              <a:t>Текст заголовка</a:t>
            </a:r>
          </a:p>
        </p:txBody>
      </p:sp>
      <p:sp>
        <p:nvSpPr>
          <p:cNvPr id="143" name="Уровень текста 1…"/>
          <p:cNvSpPr txBox="1"/>
          <p:nvPr>
            <p:ph type="body" sz="half" idx="1"/>
          </p:nvPr>
        </p:nvSpPr>
        <p:spPr>
          <a:xfrm>
            <a:off x="457200" y="1604519"/>
            <a:ext cx="8229242" cy="1896842"/>
          </a:xfrm>
          <a:prstGeom prst="rect">
            <a:avLst/>
          </a:prstGeom>
        </p:spPr>
        <p:txBody>
          <a:bodyPr anchor="t"/>
          <a:lstStyle/>
          <a:p>
            <a:pPr/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144" name="PlaceHolder 3"/>
          <p:cNvSpPr/>
          <p:nvPr>
            <p:ph type="body" sz="half" idx="21"/>
          </p:nvPr>
        </p:nvSpPr>
        <p:spPr>
          <a:xfrm>
            <a:off x="457199" y="3682079"/>
            <a:ext cx="8229242" cy="1896842"/>
          </a:xfrm>
          <a:prstGeom prst="rect">
            <a:avLst/>
          </a:prstGeom>
        </p:spPr>
        <p:txBody>
          <a:bodyPr anchor="t"/>
          <a:lstStyle/>
          <a:p>
            <a:pPr>
              <a:defRPr spc="-100"/>
            </a:pPr>
          </a:p>
        </p:txBody>
      </p:sp>
      <p:sp>
        <p:nvSpPr>
          <p:cNvPr id="145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rcRect l="2922" t="16663" r="3649" b="0"/>
          <a:stretch>
            <a:fillRect/>
          </a:stretch>
        </p:blipFill>
        <p:spPr>
          <a:xfrm>
            <a:off x="-2" y="-2"/>
            <a:ext cx="9143284" cy="1428124"/>
          </a:xfrm>
          <a:prstGeom prst="rect">
            <a:avLst/>
          </a:prstGeom>
          <a:ln w="12700">
            <a:miter lim="400000"/>
          </a:ln>
          <a:effectLst>
            <a:reflection blurRad="0" stA="38000" stPos="0" endA="0" endPos="40000" dist="0" dir="5400000" fadeDir="5400000" sx="100000" sy="-100000" kx="0" ky="0" algn="bl" rotWithShape="0"/>
          </a:effectLst>
        </p:spPr>
      </p:pic>
      <p:pic>
        <p:nvPicPr>
          <p:cNvPr id="153" name="Picture 3" descr="Picture 3"/>
          <p:cNvPicPr>
            <a:picLocks noChangeAspect="1"/>
          </p:cNvPicPr>
          <p:nvPr/>
        </p:nvPicPr>
        <p:blipFill>
          <a:blip r:embed="rId3">
            <a:extLst/>
          </a:blip>
          <a:srcRect l="11538" t="0" r="0" b="11937"/>
          <a:stretch>
            <a:fillRect/>
          </a:stretch>
        </p:blipFill>
        <p:spPr>
          <a:xfrm>
            <a:off x="0" y="5357879"/>
            <a:ext cx="3285360" cy="1499402"/>
          </a:xfrm>
          <a:prstGeom prst="rect">
            <a:avLst/>
          </a:prstGeom>
          <a:ln w="12700">
            <a:miter lim="400000"/>
          </a:ln>
        </p:spPr>
      </p:pic>
      <p:pic>
        <p:nvPicPr>
          <p:cNvPr id="154" name="Picture 2" descr="Picture 2"/>
          <p:cNvPicPr>
            <a:picLocks noChangeAspect="1"/>
          </p:cNvPicPr>
          <p:nvPr/>
        </p:nvPicPr>
        <p:blipFill>
          <a:blip r:embed="rId4">
            <a:extLst/>
          </a:blip>
          <a:srcRect l="11854" t="0" r="0" b="0"/>
          <a:stretch>
            <a:fillRect/>
          </a:stretch>
        </p:blipFill>
        <p:spPr>
          <a:xfrm>
            <a:off x="8215559" y="5175360"/>
            <a:ext cx="928082" cy="1681922"/>
          </a:xfrm>
          <a:prstGeom prst="rect">
            <a:avLst/>
          </a:prstGeom>
          <a:ln w="12700">
            <a:miter lim="400000"/>
          </a:ln>
        </p:spPr>
      </p:pic>
      <p:pic>
        <p:nvPicPr>
          <p:cNvPr id="155" name="Picture 3" descr="Picture 3"/>
          <p:cNvPicPr>
            <a:picLocks noChangeAspect="1"/>
          </p:cNvPicPr>
          <p:nvPr/>
        </p:nvPicPr>
        <p:blipFill>
          <a:blip r:embed="rId3">
            <a:extLst/>
          </a:blip>
          <a:srcRect l="11538" t="0" r="0" b="11937"/>
          <a:stretch>
            <a:fillRect/>
          </a:stretch>
        </p:blipFill>
        <p:spPr>
          <a:xfrm>
            <a:off x="0" y="5357879"/>
            <a:ext cx="3285360" cy="1499402"/>
          </a:xfrm>
          <a:prstGeom prst="rect">
            <a:avLst/>
          </a:prstGeom>
          <a:ln w="12700">
            <a:miter lim="400000"/>
          </a:ln>
        </p:spPr>
      </p:pic>
      <p:pic>
        <p:nvPicPr>
          <p:cNvPr id="156" name="Picture 2" descr="Picture 2"/>
          <p:cNvPicPr>
            <a:picLocks noChangeAspect="1"/>
          </p:cNvPicPr>
          <p:nvPr/>
        </p:nvPicPr>
        <p:blipFill>
          <a:blip r:embed="rId4">
            <a:extLst/>
          </a:blip>
          <a:srcRect l="11854" t="0" r="0" b="0"/>
          <a:stretch>
            <a:fillRect/>
          </a:stretch>
        </p:blipFill>
        <p:spPr>
          <a:xfrm>
            <a:off x="8215559" y="5175360"/>
            <a:ext cx="928082" cy="1681922"/>
          </a:xfrm>
          <a:prstGeom prst="rect">
            <a:avLst/>
          </a:prstGeom>
          <a:ln w="12700">
            <a:miter lim="400000"/>
          </a:ln>
        </p:spPr>
      </p:pic>
      <p:sp>
        <p:nvSpPr>
          <p:cNvPr id="157" name="Текст заголовка"/>
          <p:cNvSpPr txBox="1"/>
          <p:nvPr>
            <p:ph type="title"/>
          </p:nvPr>
        </p:nvSpPr>
        <p:spPr>
          <a:xfrm>
            <a:off x="457200" y="222840"/>
            <a:ext cx="8229242" cy="1246681"/>
          </a:xfrm>
          <a:prstGeom prst="rect">
            <a:avLst/>
          </a:prstGeom>
        </p:spPr>
        <p:txBody>
          <a:bodyPr>
            <a:normAutofit fontScale="100000" lnSpcReduction="0"/>
          </a:bodyPr>
          <a:lstStyle/>
          <a:p>
            <a:pPr/>
            <a:r>
              <a:t>Текст заголовка</a:t>
            </a:r>
          </a:p>
        </p:txBody>
      </p:sp>
      <p:sp>
        <p:nvSpPr>
          <p:cNvPr id="158" name="Уровень текста 1…"/>
          <p:cNvSpPr txBox="1"/>
          <p:nvPr>
            <p:ph type="body" sz="quarter" idx="1"/>
          </p:nvPr>
        </p:nvSpPr>
        <p:spPr>
          <a:xfrm>
            <a:off x="457200" y="1604519"/>
            <a:ext cx="4015800" cy="1896842"/>
          </a:xfrm>
          <a:prstGeom prst="rect">
            <a:avLst/>
          </a:prstGeom>
        </p:spPr>
        <p:txBody>
          <a:bodyPr anchor="t"/>
          <a:lstStyle/>
          <a:p>
            <a:pPr/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159" name="PlaceHolder 5"/>
          <p:cNvSpPr/>
          <p:nvPr>
            <p:ph type="body" sz="quarter" idx="21"/>
          </p:nvPr>
        </p:nvSpPr>
        <p:spPr>
          <a:xfrm>
            <a:off x="457198" y="3682079"/>
            <a:ext cx="4015802" cy="1896842"/>
          </a:xfrm>
          <a:prstGeom prst="rect">
            <a:avLst/>
          </a:prstGeom>
        </p:spPr>
        <p:txBody>
          <a:bodyPr anchor="t"/>
          <a:lstStyle/>
          <a:p>
            <a:pPr>
              <a:defRPr spc="-100"/>
            </a:pPr>
          </a:p>
        </p:txBody>
      </p:sp>
      <p:sp>
        <p:nvSpPr>
          <p:cNvPr id="160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7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rcRect l="2922" t="16663" r="3649" b="0"/>
          <a:stretch>
            <a:fillRect/>
          </a:stretch>
        </p:blipFill>
        <p:spPr>
          <a:xfrm>
            <a:off x="-2" y="-2"/>
            <a:ext cx="9143284" cy="1428124"/>
          </a:xfrm>
          <a:prstGeom prst="rect">
            <a:avLst/>
          </a:prstGeom>
          <a:ln w="12700">
            <a:miter lim="400000"/>
          </a:ln>
          <a:effectLst>
            <a:reflection blurRad="0" stA="38000" stPos="0" endA="0" endPos="40000" dist="0" dir="5400000" fadeDir="5400000" sx="100000" sy="-100000" kx="0" ky="0" algn="bl" rotWithShape="0"/>
          </a:effectLst>
        </p:spPr>
      </p:pic>
      <p:pic>
        <p:nvPicPr>
          <p:cNvPr id="168" name="Picture 3" descr="Picture 3"/>
          <p:cNvPicPr>
            <a:picLocks noChangeAspect="1"/>
          </p:cNvPicPr>
          <p:nvPr/>
        </p:nvPicPr>
        <p:blipFill>
          <a:blip r:embed="rId3">
            <a:extLst/>
          </a:blip>
          <a:srcRect l="11538" t="0" r="0" b="11937"/>
          <a:stretch>
            <a:fillRect/>
          </a:stretch>
        </p:blipFill>
        <p:spPr>
          <a:xfrm>
            <a:off x="0" y="5357879"/>
            <a:ext cx="3285360" cy="1499402"/>
          </a:xfrm>
          <a:prstGeom prst="rect">
            <a:avLst/>
          </a:prstGeom>
          <a:ln w="12700">
            <a:miter lim="400000"/>
          </a:ln>
        </p:spPr>
      </p:pic>
      <p:pic>
        <p:nvPicPr>
          <p:cNvPr id="169" name="Picture 2" descr="Picture 2"/>
          <p:cNvPicPr>
            <a:picLocks noChangeAspect="1"/>
          </p:cNvPicPr>
          <p:nvPr/>
        </p:nvPicPr>
        <p:blipFill>
          <a:blip r:embed="rId4">
            <a:extLst/>
          </a:blip>
          <a:srcRect l="11854" t="0" r="0" b="0"/>
          <a:stretch>
            <a:fillRect/>
          </a:stretch>
        </p:blipFill>
        <p:spPr>
          <a:xfrm>
            <a:off x="8215559" y="5175360"/>
            <a:ext cx="928082" cy="1681922"/>
          </a:xfrm>
          <a:prstGeom prst="rect">
            <a:avLst/>
          </a:prstGeom>
          <a:ln w="12700">
            <a:miter lim="400000"/>
          </a:ln>
        </p:spPr>
      </p:pic>
      <p:pic>
        <p:nvPicPr>
          <p:cNvPr id="170" name="Picture 3" descr="Picture 3"/>
          <p:cNvPicPr>
            <a:picLocks noChangeAspect="1"/>
          </p:cNvPicPr>
          <p:nvPr/>
        </p:nvPicPr>
        <p:blipFill>
          <a:blip r:embed="rId3">
            <a:extLst/>
          </a:blip>
          <a:srcRect l="11538" t="0" r="0" b="11937"/>
          <a:stretch>
            <a:fillRect/>
          </a:stretch>
        </p:blipFill>
        <p:spPr>
          <a:xfrm>
            <a:off x="0" y="5357879"/>
            <a:ext cx="3285360" cy="1499402"/>
          </a:xfrm>
          <a:prstGeom prst="rect">
            <a:avLst/>
          </a:prstGeom>
          <a:ln w="12700">
            <a:miter lim="400000"/>
          </a:ln>
        </p:spPr>
      </p:pic>
      <p:pic>
        <p:nvPicPr>
          <p:cNvPr id="171" name="Picture 2" descr="Picture 2"/>
          <p:cNvPicPr>
            <a:picLocks noChangeAspect="1"/>
          </p:cNvPicPr>
          <p:nvPr/>
        </p:nvPicPr>
        <p:blipFill>
          <a:blip r:embed="rId4">
            <a:extLst/>
          </a:blip>
          <a:srcRect l="11854" t="0" r="0" b="0"/>
          <a:stretch>
            <a:fillRect/>
          </a:stretch>
        </p:blipFill>
        <p:spPr>
          <a:xfrm>
            <a:off x="8215559" y="5175360"/>
            <a:ext cx="928082" cy="1681922"/>
          </a:xfrm>
          <a:prstGeom prst="rect">
            <a:avLst/>
          </a:prstGeom>
          <a:ln w="12700">
            <a:miter lim="400000"/>
          </a:ln>
        </p:spPr>
      </p:pic>
      <p:sp>
        <p:nvSpPr>
          <p:cNvPr id="172" name="Текст заголовка"/>
          <p:cNvSpPr txBox="1"/>
          <p:nvPr>
            <p:ph type="title"/>
          </p:nvPr>
        </p:nvSpPr>
        <p:spPr>
          <a:xfrm>
            <a:off x="457200" y="222840"/>
            <a:ext cx="8229242" cy="1246681"/>
          </a:xfrm>
          <a:prstGeom prst="rect">
            <a:avLst/>
          </a:prstGeom>
        </p:spPr>
        <p:txBody>
          <a:bodyPr>
            <a:normAutofit fontScale="100000" lnSpcReduction="0"/>
          </a:bodyPr>
          <a:lstStyle/>
          <a:p>
            <a:pPr/>
            <a:r>
              <a:t>Текст заголовка</a:t>
            </a:r>
          </a:p>
        </p:txBody>
      </p:sp>
      <p:sp>
        <p:nvSpPr>
          <p:cNvPr id="173" name="Уровень текста 1…"/>
          <p:cNvSpPr txBox="1"/>
          <p:nvPr>
            <p:ph type="body" sz="quarter" idx="1"/>
          </p:nvPr>
        </p:nvSpPr>
        <p:spPr>
          <a:xfrm>
            <a:off x="457200" y="1604519"/>
            <a:ext cx="2649602" cy="1896842"/>
          </a:xfrm>
          <a:prstGeom prst="rect">
            <a:avLst/>
          </a:prstGeom>
        </p:spPr>
        <p:txBody>
          <a:bodyPr anchor="t"/>
          <a:lstStyle/>
          <a:p>
            <a:pPr/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174" name="PlaceHolder 7"/>
          <p:cNvSpPr/>
          <p:nvPr>
            <p:ph type="body" sz="quarter" idx="21"/>
          </p:nvPr>
        </p:nvSpPr>
        <p:spPr>
          <a:xfrm>
            <a:off x="457198" y="3682079"/>
            <a:ext cx="2649603" cy="1896842"/>
          </a:xfrm>
          <a:prstGeom prst="rect">
            <a:avLst/>
          </a:prstGeom>
        </p:spPr>
        <p:txBody>
          <a:bodyPr anchor="t"/>
          <a:lstStyle/>
          <a:p>
            <a:pPr>
              <a:defRPr spc="-100"/>
            </a:pPr>
          </a:p>
        </p:txBody>
      </p:sp>
      <p:sp>
        <p:nvSpPr>
          <p:cNvPr id="175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rcRect l="2922" t="16663" r="3649" b="0"/>
          <a:stretch>
            <a:fillRect/>
          </a:stretch>
        </p:blipFill>
        <p:spPr>
          <a:xfrm>
            <a:off x="-2" y="-2"/>
            <a:ext cx="9143284" cy="1428124"/>
          </a:xfrm>
          <a:prstGeom prst="rect">
            <a:avLst/>
          </a:prstGeom>
          <a:ln w="12700">
            <a:miter lim="400000"/>
          </a:ln>
          <a:effectLst>
            <a:reflection blurRad="0" stA="38000" stPos="0" endA="0" endPos="40000" dist="0" dir="5400000" fadeDir="5400000" sx="100000" sy="-100000" kx="0" ky="0" algn="bl" rotWithShape="0"/>
          </a:effectLst>
        </p:spPr>
      </p:pic>
      <p:pic>
        <p:nvPicPr>
          <p:cNvPr id="183" name="Picture 3" descr="Picture 3"/>
          <p:cNvPicPr>
            <a:picLocks noChangeAspect="1"/>
          </p:cNvPicPr>
          <p:nvPr/>
        </p:nvPicPr>
        <p:blipFill>
          <a:blip r:embed="rId3">
            <a:extLst/>
          </a:blip>
          <a:srcRect l="11538" t="0" r="0" b="11937"/>
          <a:stretch>
            <a:fillRect/>
          </a:stretch>
        </p:blipFill>
        <p:spPr>
          <a:xfrm>
            <a:off x="0" y="5357879"/>
            <a:ext cx="3285360" cy="1499402"/>
          </a:xfrm>
          <a:prstGeom prst="rect">
            <a:avLst/>
          </a:prstGeom>
          <a:ln w="12700">
            <a:miter lim="400000"/>
          </a:ln>
        </p:spPr>
      </p:pic>
      <p:pic>
        <p:nvPicPr>
          <p:cNvPr id="184" name="Picture 2" descr="Picture 2"/>
          <p:cNvPicPr>
            <a:picLocks noChangeAspect="1"/>
          </p:cNvPicPr>
          <p:nvPr/>
        </p:nvPicPr>
        <p:blipFill>
          <a:blip r:embed="rId4">
            <a:extLst/>
          </a:blip>
          <a:srcRect l="11854" t="0" r="0" b="0"/>
          <a:stretch>
            <a:fillRect/>
          </a:stretch>
        </p:blipFill>
        <p:spPr>
          <a:xfrm>
            <a:off x="8215559" y="5175360"/>
            <a:ext cx="928082" cy="1681922"/>
          </a:xfrm>
          <a:prstGeom prst="rect">
            <a:avLst/>
          </a:prstGeom>
          <a:ln w="12700">
            <a:miter lim="400000"/>
          </a:ln>
        </p:spPr>
      </p:pic>
      <p:sp>
        <p:nvSpPr>
          <p:cNvPr id="185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2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rcRect l="2922" t="16663" r="3649" b="0"/>
          <a:stretch>
            <a:fillRect/>
          </a:stretch>
        </p:blipFill>
        <p:spPr>
          <a:xfrm>
            <a:off x="-2" y="-2"/>
            <a:ext cx="9143284" cy="1428124"/>
          </a:xfrm>
          <a:prstGeom prst="rect">
            <a:avLst/>
          </a:prstGeom>
          <a:ln w="12700">
            <a:miter lim="400000"/>
          </a:ln>
          <a:effectLst>
            <a:reflection blurRad="0" stA="38000" stPos="0" endA="0" endPos="40000" dist="0" dir="5400000" fadeDir="5400000" sx="100000" sy="-100000" kx="0" ky="0" algn="bl" rotWithShape="0"/>
          </a:effectLst>
        </p:spPr>
      </p:pic>
      <p:pic>
        <p:nvPicPr>
          <p:cNvPr id="193" name="Picture 3" descr="Picture 3"/>
          <p:cNvPicPr>
            <a:picLocks noChangeAspect="1"/>
          </p:cNvPicPr>
          <p:nvPr/>
        </p:nvPicPr>
        <p:blipFill>
          <a:blip r:embed="rId3">
            <a:extLst/>
          </a:blip>
          <a:srcRect l="11538" t="0" r="0" b="11937"/>
          <a:stretch>
            <a:fillRect/>
          </a:stretch>
        </p:blipFill>
        <p:spPr>
          <a:xfrm>
            <a:off x="0" y="5357879"/>
            <a:ext cx="3285360" cy="1499402"/>
          </a:xfrm>
          <a:prstGeom prst="rect">
            <a:avLst/>
          </a:prstGeom>
          <a:ln w="12700">
            <a:miter lim="400000"/>
          </a:ln>
        </p:spPr>
      </p:pic>
      <p:pic>
        <p:nvPicPr>
          <p:cNvPr id="194" name="Picture 2" descr="Picture 2"/>
          <p:cNvPicPr>
            <a:picLocks noChangeAspect="1"/>
          </p:cNvPicPr>
          <p:nvPr/>
        </p:nvPicPr>
        <p:blipFill>
          <a:blip r:embed="rId4">
            <a:extLst/>
          </a:blip>
          <a:srcRect l="11854" t="0" r="0" b="0"/>
          <a:stretch>
            <a:fillRect/>
          </a:stretch>
        </p:blipFill>
        <p:spPr>
          <a:xfrm>
            <a:off x="8215559" y="5175360"/>
            <a:ext cx="928082" cy="1681922"/>
          </a:xfrm>
          <a:prstGeom prst="rect">
            <a:avLst/>
          </a:prstGeom>
          <a:ln w="12700">
            <a:miter lim="400000"/>
          </a:ln>
        </p:spPr>
      </p:pic>
      <p:sp>
        <p:nvSpPr>
          <p:cNvPr id="195" name="Текст заголовка"/>
          <p:cNvSpPr txBox="1"/>
          <p:nvPr>
            <p:ph type="title"/>
          </p:nvPr>
        </p:nvSpPr>
        <p:spPr>
          <a:xfrm>
            <a:off x="457200" y="222840"/>
            <a:ext cx="8229242" cy="1246681"/>
          </a:xfrm>
          <a:prstGeom prst="rect">
            <a:avLst/>
          </a:prstGeom>
        </p:spPr>
        <p:txBody>
          <a:bodyPr>
            <a:normAutofit fontScale="100000" lnSpcReduction="0"/>
          </a:bodyPr>
          <a:lstStyle>
            <a:lvl1pPr>
              <a:defRPr spc="0" sz="4400"/>
            </a:lvl1pPr>
          </a:lstStyle>
          <a:p>
            <a:pPr/>
            <a:r>
              <a:t>Текст заголовка</a:t>
            </a:r>
          </a:p>
        </p:txBody>
      </p:sp>
      <p:sp>
        <p:nvSpPr>
          <p:cNvPr id="196" name="Уровень текста 1…"/>
          <p:cNvSpPr txBox="1"/>
          <p:nvPr>
            <p:ph type="body" idx="1"/>
          </p:nvPr>
        </p:nvSpPr>
        <p:spPr>
          <a:xfrm>
            <a:off x="457200" y="1604519"/>
            <a:ext cx="8229242" cy="3977283"/>
          </a:xfrm>
          <a:prstGeom prst="rect">
            <a:avLst/>
          </a:prstGeom>
        </p:spPr>
        <p:txBody>
          <a:bodyPr/>
          <a:lstStyle>
            <a:lvl1pPr marL="228600" indent="-228600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1pPr>
            <a:lvl2pPr marL="723900" indent="-266700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2pPr>
            <a:lvl3pPr marL="1234438" indent="-320038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3pPr>
            <a:lvl4pPr marL="1727200" indent="-355600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4pPr>
            <a:lvl5pPr marL="2184400" indent="-355600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5pPr>
          </a:lstStyle>
          <a:p>
            <a:pPr/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197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rcRect l="2922" t="16663" r="3649" b="0"/>
          <a:stretch>
            <a:fillRect/>
          </a:stretch>
        </p:blipFill>
        <p:spPr>
          <a:xfrm>
            <a:off x="-2" y="-2"/>
            <a:ext cx="9143284" cy="1428124"/>
          </a:xfrm>
          <a:prstGeom prst="rect">
            <a:avLst/>
          </a:prstGeom>
          <a:ln w="12700">
            <a:miter lim="400000"/>
          </a:ln>
          <a:effectLst>
            <a:reflection blurRad="0" stA="38000" stPos="0" endA="0" endPos="40000" dist="0" dir="5400000" fadeDir="5400000" sx="100000" sy="-100000" kx="0" ky="0" algn="bl" rotWithShape="0"/>
          </a:effectLst>
        </p:spPr>
      </p:pic>
      <p:pic>
        <p:nvPicPr>
          <p:cNvPr id="205" name="Picture 3" descr="Picture 3"/>
          <p:cNvPicPr>
            <a:picLocks noChangeAspect="1"/>
          </p:cNvPicPr>
          <p:nvPr/>
        </p:nvPicPr>
        <p:blipFill>
          <a:blip r:embed="rId3">
            <a:extLst/>
          </a:blip>
          <a:srcRect l="11538" t="0" r="0" b="11937"/>
          <a:stretch>
            <a:fillRect/>
          </a:stretch>
        </p:blipFill>
        <p:spPr>
          <a:xfrm>
            <a:off x="0" y="5357879"/>
            <a:ext cx="3285360" cy="1499402"/>
          </a:xfrm>
          <a:prstGeom prst="rect">
            <a:avLst/>
          </a:prstGeom>
          <a:ln w="12700">
            <a:miter lim="400000"/>
          </a:ln>
        </p:spPr>
      </p:pic>
      <p:pic>
        <p:nvPicPr>
          <p:cNvPr id="206" name="Picture 2" descr="Picture 2"/>
          <p:cNvPicPr>
            <a:picLocks noChangeAspect="1"/>
          </p:cNvPicPr>
          <p:nvPr/>
        </p:nvPicPr>
        <p:blipFill>
          <a:blip r:embed="rId4">
            <a:extLst/>
          </a:blip>
          <a:srcRect l="11854" t="0" r="0" b="0"/>
          <a:stretch>
            <a:fillRect/>
          </a:stretch>
        </p:blipFill>
        <p:spPr>
          <a:xfrm>
            <a:off x="8215559" y="5175360"/>
            <a:ext cx="928082" cy="1681922"/>
          </a:xfrm>
          <a:prstGeom prst="rect">
            <a:avLst/>
          </a:prstGeom>
          <a:ln w="12700">
            <a:miter lim="400000"/>
          </a:ln>
        </p:spPr>
      </p:pic>
      <p:sp>
        <p:nvSpPr>
          <p:cNvPr id="207" name="Текст заголовка"/>
          <p:cNvSpPr txBox="1"/>
          <p:nvPr>
            <p:ph type="title"/>
          </p:nvPr>
        </p:nvSpPr>
        <p:spPr>
          <a:xfrm>
            <a:off x="457200" y="222840"/>
            <a:ext cx="8229242" cy="1246681"/>
          </a:xfrm>
          <a:prstGeom prst="rect">
            <a:avLst/>
          </a:prstGeom>
        </p:spPr>
        <p:txBody>
          <a:bodyPr>
            <a:normAutofit fontScale="100000" lnSpcReduction="0"/>
          </a:bodyPr>
          <a:lstStyle>
            <a:lvl1pPr>
              <a:defRPr spc="0" sz="4400"/>
            </a:lvl1pPr>
          </a:lstStyle>
          <a:p>
            <a:pPr/>
            <a:r>
              <a:t>Текст заголовка</a:t>
            </a:r>
          </a:p>
        </p:txBody>
      </p:sp>
      <p:sp>
        <p:nvSpPr>
          <p:cNvPr id="208" name="Уровень текста 1…"/>
          <p:cNvSpPr txBox="1"/>
          <p:nvPr>
            <p:ph type="body" idx="1"/>
          </p:nvPr>
        </p:nvSpPr>
        <p:spPr>
          <a:xfrm>
            <a:off x="457200" y="1604519"/>
            <a:ext cx="8229242" cy="3977283"/>
          </a:xfrm>
          <a:prstGeom prst="rect">
            <a:avLst/>
          </a:prstGeom>
        </p:spPr>
        <p:txBody>
          <a:bodyPr anchor="t"/>
          <a:lstStyle>
            <a:lvl1pPr marL="228600" indent="-228600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1pPr>
            <a:lvl2pPr marL="723900" indent="-266700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2pPr>
            <a:lvl3pPr marL="1234438" indent="-320038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3pPr>
            <a:lvl4pPr marL="1727200" indent="-355600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4pPr>
            <a:lvl5pPr marL="2184400" indent="-355600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5pPr>
          </a:lstStyle>
          <a:p>
            <a:pPr/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209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6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rcRect l="2922" t="16663" r="3649" b="0"/>
          <a:stretch>
            <a:fillRect/>
          </a:stretch>
        </p:blipFill>
        <p:spPr>
          <a:xfrm>
            <a:off x="-2" y="-2"/>
            <a:ext cx="9143284" cy="1428124"/>
          </a:xfrm>
          <a:prstGeom prst="rect">
            <a:avLst/>
          </a:prstGeom>
          <a:ln w="12700">
            <a:miter lim="400000"/>
          </a:ln>
          <a:effectLst>
            <a:reflection blurRad="0" stA="38000" stPos="0" endA="0" endPos="40000" dist="0" dir="5400000" fadeDir="5400000" sx="100000" sy="-100000" kx="0" ky="0" algn="bl" rotWithShape="0"/>
          </a:effectLst>
        </p:spPr>
      </p:pic>
      <p:pic>
        <p:nvPicPr>
          <p:cNvPr id="217" name="Picture 3" descr="Picture 3"/>
          <p:cNvPicPr>
            <a:picLocks noChangeAspect="1"/>
          </p:cNvPicPr>
          <p:nvPr/>
        </p:nvPicPr>
        <p:blipFill>
          <a:blip r:embed="rId3">
            <a:extLst/>
          </a:blip>
          <a:srcRect l="11538" t="0" r="0" b="11937"/>
          <a:stretch>
            <a:fillRect/>
          </a:stretch>
        </p:blipFill>
        <p:spPr>
          <a:xfrm>
            <a:off x="0" y="5357879"/>
            <a:ext cx="3285360" cy="1499402"/>
          </a:xfrm>
          <a:prstGeom prst="rect">
            <a:avLst/>
          </a:prstGeom>
          <a:ln w="12700">
            <a:miter lim="400000"/>
          </a:ln>
        </p:spPr>
      </p:pic>
      <p:pic>
        <p:nvPicPr>
          <p:cNvPr id="218" name="Picture 2" descr="Picture 2"/>
          <p:cNvPicPr>
            <a:picLocks noChangeAspect="1"/>
          </p:cNvPicPr>
          <p:nvPr/>
        </p:nvPicPr>
        <p:blipFill>
          <a:blip r:embed="rId4">
            <a:extLst/>
          </a:blip>
          <a:srcRect l="11854" t="0" r="0" b="0"/>
          <a:stretch>
            <a:fillRect/>
          </a:stretch>
        </p:blipFill>
        <p:spPr>
          <a:xfrm>
            <a:off x="8215559" y="5175360"/>
            <a:ext cx="928082" cy="1681922"/>
          </a:xfrm>
          <a:prstGeom prst="rect">
            <a:avLst/>
          </a:prstGeom>
          <a:ln w="12700">
            <a:miter lim="400000"/>
          </a:ln>
        </p:spPr>
      </p:pic>
      <p:sp>
        <p:nvSpPr>
          <p:cNvPr id="219" name="Текст заголовка"/>
          <p:cNvSpPr txBox="1"/>
          <p:nvPr>
            <p:ph type="title"/>
          </p:nvPr>
        </p:nvSpPr>
        <p:spPr>
          <a:xfrm>
            <a:off x="457200" y="222840"/>
            <a:ext cx="8229242" cy="1246681"/>
          </a:xfrm>
          <a:prstGeom prst="rect">
            <a:avLst/>
          </a:prstGeom>
        </p:spPr>
        <p:txBody>
          <a:bodyPr>
            <a:normAutofit fontScale="100000" lnSpcReduction="0"/>
          </a:bodyPr>
          <a:lstStyle>
            <a:lvl1pPr>
              <a:defRPr spc="0" sz="4400"/>
            </a:lvl1pPr>
          </a:lstStyle>
          <a:p>
            <a:pPr/>
            <a:r>
              <a:t>Текст заголовка</a:t>
            </a:r>
          </a:p>
        </p:txBody>
      </p:sp>
      <p:sp>
        <p:nvSpPr>
          <p:cNvPr id="220" name="Уровень текста 1…"/>
          <p:cNvSpPr txBox="1"/>
          <p:nvPr>
            <p:ph type="body" sz="half" idx="1"/>
          </p:nvPr>
        </p:nvSpPr>
        <p:spPr>
          <a:xfrm>
            <a:off x="457200" y="1604519"/>
            <a:ext cx="4015800" cy="3977283"/>
          </a:xfrm>
          <a:prstGeom prst="rect">
            <a:avLst/>
          </a:prstGeom>
        </p:spPr>
        <p:txBody>
          <a:bodyPr anchor="t"/>
          <a:lstStyle>
            <a:lvl1pPr marL="228600" indent="-228600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1pPr>
            <a:lvl2pPr marL="723900" indent="-266700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2pPr>
            <a:lvl3pPr marL="1234438" indent="-320038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3pPr>
            <a:lvl4pPr marL="1727200" indent="-355600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4pPr>
            <a:lvl5pPr marL="2184400" indent="-355600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5pPr>
          </a:lstStyle>
          <a:p>
            <a:pPr/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221" name="PlaceHolder 3"/>
          <p:cNvSpPr/>
          <p:nvPr>
            <p:ph type="body" sz="half" idx="21"/>
          </p:nvPr>
        </p:nvSpPr>
        <p:spPr>
          <a:xfrm>
            <a:off x="4674239" y="1604519"/>
            <a:ext cx="4015800" cy="3977283"/>
          </a:xfrm>
          <a:prstGeom prst="rect">
            <a:avLst/>
          </a:prstGeom>
        </p:spPr>
        <p:txBody>
          <a:bodyPr anchor="t"/>
          <a:lstStyle/>
          <a:p>
            <a:pPr>
              <a:defRPr spc="-100"/>
            </a:pPr>
          </a:p>
        </p:txBody>
      </p:sp>
      <p:sp>
        <p:nvSpPr>
          <p:cNvPr id="222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9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rcRect l="2922" t="16663" r="3649" b="0"/>
          <a:stretch>
            <a:fillRect/>
          </a:stretch>
        </p:blipFill>
        <p:spPr>
          <a:xfrm>
            <a:off x="-2" y="-2"/>
            <a:ext cx="9143284" cy="1428124"/>
          </a:xfrm>
          <a:prstGeom prst="rect">
            <a:avLst/>
          </a:prstGeom>
          <a:ln w="12700">
            <a:miter lim="400000"/>
          </a:ln>
          <a:effectLst>
            <a:reflection blurRad="0" stA="38000" stPos="0" endA="0" endPos="40000" dist="0" dir="5400000" fadeDir="5400000" sx="100000" sy="-100000" kx="0" ky="0" algn="bl" rotWithShape="0"/>
          </a:effectLst>
        </p:spPr>
      </p:pic>
      <p:pic>
        <p:nvPicPr>
          <p:cNvPr id="230" name="Picture 3" descr="Picture 3"/>
          <p:cNvPicPr>
            <a:picLocks noChangeAspect="1"/>
          </p:cNvPicPr>
          <p:nvPr/>
        </p:nvPicPr>
        <p:blipFill>
          <a:blip r:embed="rId3">
            <a:extLst/>
          </a:blip>
          <a:srcRect l="11538" t="0" r="0" b="11937"/>
          <a:stretch>
            <a:fillRect/>
          </a:stretch>
        </p:blipFill>
        <p:spPr>
          <a:xfrm>
            <a:off x="0" y="5357879"/>
            <a:ext cx="3285360" cy="1499402"/>
          </a:xfrm>
          <a:prstGeom prst="rect">
            <a:avLst/>
          </a:prstGeom>
          <a:ln w="12700">
            <a:miter lim="400000"/>
          </a:ln>
        </p:spPr>
      </p:pic>
      <p:pic>
        <p:nvPicPr>
          <p:cNvPr id="231" name="Picture 2" descr="Picture 2"/>
          <p:cNvPicPr>
            <a:picLocks noChangeAspect="1"/>
          </p:cNvPicPr>
          <p:nvPr/>
        </p:nvPicPr>
        <p:blipFill>
          <a:blip r:embed="rId4">
            <a:extLst/>
          </a:blip>
          <a:srcRect l="11854" t="0" r="0" b="0"/>
          <a:stretch>
            <a:fillRect/>
          </a:stretch>
        </p:blipFill>
        <p:spPr>
          <a:xfrm>
            <a:off x="8215559" y="5175360"/>
            <a:ext cx="928082" cy="1681922"/>
          </a:xfrm>
          <a:prstGeom prst="rect">
            <a:avLst/>
          </a:prstGeom>
          <a:ln w="12700">
            <a:miter lim="400000"/>
          </a:ln>
        </p:spPr>
      </p:pic>
      <p:sp>
        <p:nvSpPr>
          <p:cNvPr id="232" name="Текст заголовка"/>
          <p:cNvSpPr txBox="1"/>
          <p:nvPr>
            <p:ph type="title"/>
          </p:nvPr>
        </p:nvSpPr>
        <p:spPr>
          <a:xfrm>
            <a:off x="457200" y="222840"/>
            <a:ext cx="8229242" cy="1246681"/>
          </a:xfrm>
          <a:prstGeom prst="rect">
            <a:avLst/>
          </a:prstGeom>
        </p:spPr>
        <p:txBody>
          <a:bodyPr>
            <a:normAutofit fontScale="100000" lnSpcReduction="0"/>
          </a:bodyPr>
          <a:lstStyle>
            <a:lvl1pPr>
              <a:defRPr spc="0" sz="4400"/>
            </a:lvl1pPr>
          </a:lstStyle>
          <a:p>
            <a:pPr/>
            <a:r>
              <a:t>Текст заголовка</a:t>
            </a:r>
          </a:p>
        </p:txBody>
      </p:sp>
      <p:sp>
        <p:nvSpPr>
          <p:cNvPr id="233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0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rcRect l="2922" t="16663" r="3649" b="0"/>
          <a:stretch>
            <a:fillRect/>
          </a:stretch>
        </p:blipFill>
        <p:spPr>
          <a:xfrm>
            <a:off x="-2" y="-2"/>
            <a:ext cx="9143284" cy="1428124"/>
          </a:xfrm>
          <a:prstGeom prst="rect">
            <a:avLst/>
          </a:prstGeom>
          <a:ln w="12700">
            <a:miter lim="400000"/>
          </a:ln>
          <a:effectLst>
            <a:reflection blurRad="0" stA="38000" stPos="0" endA="0" endPos="40000" dist="0" dir="5400000" fadeDir="5400000" sx="100000" sy="-100000" kx="0" ky="0" algn="bl" rotWithShape="0"/>
          </a:effectLst>
        </p:spPr>
      </p:pic>
      <p:pic>
        <p:nvPicPr>
          <p:cNvPr id="241" name="Picture 3" descr="Picture 3"/>
          <p:cNvPicPr>
            <a:picLocks noChangeAspect="1"/>
          </p:cNvPicPr>
          <p:nvPr/>
        </p:nvPicPr>
        <p:blipFill>
          <a:blip r:embed="rId3">
            <a:extLst/>
          </a:blip>
          <a:srcRect l="11538" t="0" r="0" b="11937"/>
          <a:stretch>
            <a:fillRect/>
          </a:stretch>
        </p:blipFill>
        <p:spPr>
          <a:xfrm>
            <a:off x="0" y="5357879"/>
            <a:ext cx="3285360" cy="1499402"/>
          </a:xfrm>
          <a:prstGeom prst="rect">
            <a:avLst/>
          </a:prstGeom>
          <a:ln w="12700">
            <a:miter lim="400000"/>
          </a:ln>
        </p:spPr>
      </p:pic>
      <p:pic>
        <p:nvPicPr>
          <p:cNvPr id="242" name="Picture 2" descr="Picture 2"/>
          <p:cNvPicPr>
            <a:picLocks noChangeAspect="1"/>
          </p:cNvPicPr>
          <p:nvPr/>
        </p:nvPicPr>
        <p:blipFill>
          <a:blip r:embed="rId4">
            <a:extLst/>
          </a:blip>
          <a:srcRect l="11854" t="0" r="0" b="0"/>
          <a:stretch>
            <a:fillRect/>
          </a:stretch>
        </p:blipFill>
        <p:spPr>
          <a:xfrm>
            <a:off x="8215559" y="5175360"/>
            <a:ext cx="928082" cy="1681922"/>
          </a:xfrm>
          <a:prstGeom prst="rect">
            <a:avLst/>
          </a:prstGeom>
          <a:ln w="12700">
            <a:miter lim="400000"/>
          </a:ln>
        </p:spPr>
      </p:pic>
      <p:sp>
        <p:nvSpPr>
          <p:cNvPr id="243" name="Уровень текста 1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>
            <a:lvl1pPr marL="228600" indent="-228600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1pPr>
            <a:lvl2pPr marL="723900" indent="-266700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2pPr>
            <a:lvl3pPr marL="1234438" indent="-320038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3pPr>
            <a:lvl4pPr marL="1727200" indent="-355600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4pPr>
            <a:lvl5pPr marL="2184400" indent="-355600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5pPr>
          </a:lstStyle>
          <a:p>
            <a:pPr/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244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1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rcRect l="2922" t="16663" r="3649" b="0"/>
          <a:stretch>
            <a:fillRect/>
          </a:stretch>
        </p:blipFill>
        <p:spPr>
          <a:xfrm>
            <a:off x="-2" y="-2"/>
            <a:ext cx="9143284" cy="1428124"/>
          </a:xfrm>
          <a:prstGeom prst="rect">
            <a:avLst/>
          </a:prstGeom>
          <a:ln w="12700">
            <a:miter lim="400000"/>
          </a:ln>
          <a:effectLst>
            <a:reflection blurRad="0" stA="38000" stPos="0" endA="0" endPos="40000" dist="0" dir="5400000" fadeDir="5400000" sx="100000" sy="-100000" kx="0" ky="0" algn="bl" rotWithShape="0"/>
          </a:effectLst>
        </p:spPr>
      </p:pic>
      <p:pic>
        <p:nvPicPr>
          <p:cNvPr id="252" name="Picture 3" descr="Picture 3"/>
          <p:cNvPicPr>
            <a:picLocks noChangeAspect="1"/>
          </p:cNvPicPr>
          <p:nvPr/>
        </p:nvPicPr>
        <p:blipFill>
          <a:blip r:embed="rId3">
            <a:extLst/>
          </a:blip>
          <a:srcRect l="11538" t="0" r="0" b="11937"/>
          <a:stretch>
            <a:fillRect/>
          </a:stretch>
        </p:blipFill>
        <p:spPr>
          <a:xfrm>
            <a:off x="0" y="5357879"/>
            <a:ext cx="3285360" cy="1499402"/>
          </a:xfrm>
          <a:prstGeom prst="rect">
            <a:avLst/>
          </a:prstGeom>
          <a:ln w="12700">
            <a:miter lim="400000"/>
          </a:ln>
        </p:spPr>
      </p:pic>
      <p:pic>
        <p:nvPicPr>
          <p:cNvPr id="253" name="Picture 2" descr="Picture 2"/>
          <p:cNvPicPr>
            <a:picLocks noChangeAspect="1"/>
          </p:cNvPicPr>
          <p:nvPr/>
        </p:nvPicPr>
        <p:blipFill>
          <a:blip r:embed="rId4">
            <a:extLst/>
          </a:blip>
          <a:srcRect l="11854" t="0" r="0" b="0"/>
          <a:stretch>
            <a:fillRect/>
          </a:stretch>
        </p:blipFill>
        <p:spPr>
          <a:xfrm>
            <a:off x="8215559" y="5175360"/>
            <a:ext cx="928082" cy="1681922"/>
          </a:xfrm>
          <a:prstGeom prst="rect">
            <a:avLst/>
          </a:prstGeom>
          <a:ln w="12700">
            <a:miter lim="400000"/>
          </a:ln>
        </p:spPr>
      </p:pic>
      <p:sp>
        <p:nvSpPr>
          <p:cNvPr id="254" name="Текст заголовка"/>
          <p:cNvSpPr txBox="1"/>
          <p:nvPr>
            <p:ph type="title"/>
          </p:nvPr>
        </p:nvSpPr>
        <p:spPr>
          <a:xfrm>
            <a:off x="457200" y="222840"/>
            <a:ext cx="8229242" cy="1246681"/>
          </a:xfrm>
          <a:prstGeom prst="rect">
            <a:avLst/>
          </a:prstGeom>
        </p:spPr>
        <p:txBody>
          <a:bodyPr>
            <a:normAutofit fontScale="100000" lnSpcReduction="0"/>
          </a:bodyPr>
          <a:lstStyle>
            <a:lvl1pPr>
              <a:defRPr spc="0" sz="4400"/>
            </a:lvl1pPr>
          </a:lstStyle>
          <a:p>
            <a:pPr/>
            <a:r>
              <a:t>Текст заголовка</a:t>
            </a:r>
          </a:p>
        </p:txBody>
      </p:sp>
      <p:sp>
        <p:nvSpPr>
          <p:cNvPr id="255" name="Уровень текста 1…"/>
          <p:cNvSpPr txBox="1"/>
          <p:nvPr>
            <p:ph type="body" sz="quarter" idx="1"/>
          </p:nvPr>
        </p:nvSpPr>
        <p:spPr>
          <a:xfrm>
            <a:off x="457200" y="1604519"/>
            <a:ext cx="4015800" cy="1896842"/>
          </a:xfrm>
          <a:prstGeom prst="rect">
            <a:avLst/>
          </a:prstGeom>
        </p:spPr>
        <p:txBody>
          <a:bodyPr anchor="t"/>
          <a:lstStyle>
            <a:lvl1pPr marL="228600" indent="-228600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1pPr>
            <a:lvl2pPr marL="723900" indent="-266700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2pPr>
            <a:lvl3pPr marL="1234438" indent="-320038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3pPr>
            <a:lvl4pPr marL="1727200" indent="-355600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4pPr>
            <a:lvl5pPr marL="2184400" indent="-355600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5pPr>
          </a:lstStyle>
          <a:p>
            <a:pPr/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256" name="PlaceHolder 4"/>
          <p:cNvSpPr/>
          <p:nvPr>
            <p:ph type="body" sz="half" idx="21"/>
          </p:nvPr>
        </p:nvSpPr>
        <p:spPr>
          <a:xfrm>
            <a:off x="4674239" y="1604519"/>
            <a:ext cx="4015800" cy="3977283"/>
          </a:xfrm>
          <a:prstGeom prst="rect">
            <a:avLst/>
          </a:prstGeom>
        </p:spPr>
        <p:txBody>
          <a:bodyPr anchor="t"/>
          <a:lstStyle/>
          <a:p>
            <a:pPr>
              <a:defRPr spc="-100"/>
            </a:pPr>
          </a:p>
        </p:txBody>
      </p:sp>
      <p:sp>
        <p:nvSpPr>
          <p:cNvPr id="257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4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rcRect l="2922" t="16663" r="3649" b="0"/>
          <a:stretch>
            <a:fillRect/>
          </a:stretch>
        </p:blipFill>
        <p:spPr>
          <a:xfrm>
            <a:off x="-2" y="-2"/>
            <a:ext cx="9143284" cy="1428124"/>
          </a:xfrm>
          <a:prstGeom prst="rect">
            <a:avLst/>
          </a:prstGeom>
          <a:ln w="12700">
            <a:miter lim="400000"/>
          </a:ln>
          <a:effectLst>
            <a:reflection blurRad="0" stA="38000" stPos="0" endA="0" endPos="40000" dist="0" dir="5400000" fadeDir="5400000" sx="100000" sy="-100000" kx="0" ky="0" algn="bl" rotWithShape="0"/>
          </a:effectLst>
        </p:spPr>
      </p:pic>
      <p:pic>
        <p:nvPicPr>
          <p:cNvPr id="265" name="Picture 3" descr="Picture 3"/>
          <p:cNvPicPr>
            <a:picLocks noChangeAspect="1"/>
          </p:cNvPicPr>
          <p:nvPr/>
        </p:nvPicPr>
        <p:blipFill>
          <a:blip r:embed="rId3">
            <a:extLst/>
          </a:blip>
          <a:srcRect l="11538" t="0" r="0" b="11937"/>
          <a:stretch>
            <a:fillRect/>
          </a:stretch>
        </p:blipFill>
        <p:spPr>
          <a:xfrm>
            <a:off x="0" y="5357879"/>
            <a:ext cx="3285360" cy="1499402"/>
          </a:xfrm>
          <a:prstGeom prst="rect">
            <a:avLst/>
          </a:prstGeom>
          <a:ln w="12700">
            <a:miter lim="400000"/>
          </a:ln>
        </p:spPr>
      </p:pic>
      <p:pic>
        <p:nvPicPr>
          <p:cNvPr id="266" name="Picture 2" descr="Picture 2"/>
          <p:cNvPicPr>
            <a:picLocks noChangeAspect="1"/>
          </p:cNvPicPr>
          <p:nvPr/>
        </p:nvPicPr>
        <p:blipFill>
          <a:blip r:embed="rId4">
            <a:extLst/>
          </a:blip>
          <a:srcRect l="11854" t="0" r="0" b="0"/>
          <a:stretch>
            <a:fillRect/>
          </a:stretch>
        </p:blipFill>
        <p:spPr>
          <a:xfrm>
            <a:off x="8215559" y="5175360"/>
            <a:ext cx="928082" cy="1681922"/>
          </a:xfrm>
          <a:prstGeom prst="rect">
            <a:avLst/>
          </a:prstGeom>
          <a:ln w="12700">
            <a:miter lim="400000"/>
          </a:ln>
        </p:spPr>
      </p:pic>
      <p:sp>
        <p:nvSpPr>
          <p:cNvPr id="267" name="Текст заголовка"/>
          <p:cNvSpPr txBox="1"/>
          <p:nvPr>
            <p:ph type="title"/>
          </p:nvPr>
        </p:nvSpPr>
        <p:spPr>
          <a:xfrm>
            <a:off x="457200" y="222840"/>
            <a:ext cx="8229242" cy="1246681"/>
          </a:xfrm>
          <a:prstGeom prst="rect">
            <a:avLst/>
          </a:prstGeom>
        </p:spPr>
        <p:txBody>
          <a:bodyPr>
            <a:normAutofit fontScale="100000" lnSpcReduction="0"/>
          </a:bodyPr>
          <a:lstStyle>
            <a:lvl1pPr>
              <a:defRPr spc="0" sz="4400"/>
            </a:lvl1pPr>
          </a:lstStyle>
          <a:p>
            <a:pPr/>
            <a:r>
              <a:t>Текст заголовка</a:t>
            </a:r>
          </a:p>
        </p:txBody>
      </p:sp>
      <p:sp>
        <p:nvSpPr>
          <p:cNvPr id="268" name="Уровень текста 1…"/>
          <p:cNvSpPr txBox="1"/>
          <p:nvPr>
            <p:ph type="body" sz="half" idx="1"/>
          </p:nvPr>
        </p:nvSpPr>
        <p:spPr>
          <a:xfrm>
            <a:off x="457200" y="1604519"/>
            <a:ext cx="4015800" cy="3977283"/>
          </a:xfrm>
          <a:prstGeom prst="rect">
            <a:avLst/>
          </a:prstGeom>
        </p:spPr>
        <p:txBody>
          <a:bodyPr anchor="t"/>
          <a:lstStyle>
            <a:lvl1pPr marL="228600" indent="-228600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1pPr>
            <a:lvl2pPr marL="723900" indent="-266700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2pPr>
            <a:lvl3pPr marL="1234438" indent="-320038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3pPr>
            <a:lvl4pPr marL="1727200" indent="-355600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4pPr>
            <a:lvl5pPr marL="2184400" indent="-355600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5pPr>
          </a:lstStyle>
          <a:p>
            <a:pPr/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269" name="PlaceHolder 4"/>
          <p:cNvSpPr/>
          <p:nvPr>
            <p:ph type="body" sz="quarter" idx="21"/>
          </p:nvPr>
        </p:nvSpPr>
        <p:spPr>
          <a:xfrm>
            <a:off x="4674239" y="3682079"/>
            <a:ext cx="4015800" cy="1896842"/>
          </a:xfrm>
          <a:prstGeom prst="rect">
            <a:avLst/>
          </a:prstGeom>
        </p:spPr>
        <p:txBody>
          <a:bodyPr anchor="t"/>
          <a:lstStyle/>
          <a:p>
            <a:pPr>
              <a:defRPr spc="-100"/>
            </a:pPr>
          </a:p>
        </p:txBody>
      </p:sp>
      <p:sp>
        <p:nvSpPr>
          <p:cNvPr id="270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7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rcRect l="2922" t="16663" r="3649" b="0"/>
          <a:stretch>
            <a:fillRect/>
          </a:stretch>
        </p:blipFill>
        <p:spPr>
          <a:xfrm>
            <a:off x="-2" y="-2"/>
            <a:ext cx="9143284" cy="1428124"/>
          </a:xfrm>
          <a:prstGeom prst="rect">
            <a:avLst/>
          </a:prstGeom>
          <a:ln w="12700">
            <a:miter lim="400000"/>
          </a:ln>
          <a:effectLst>
            <a:reflection blurRad="0" stA="38000" stPos="0" endA="0" endPos="40000" dist="0" dir="5400000" fadeDir="5400000" sx="100000" sy="-100000" kx="0" ky="0" algn="bl" rotWithShape="0"/>
          </a:effectLst>
        </p:spPr>
      </p:pic>
      <p:pic>
        <p:nvPicPr>
          <p:cNvPr id="278" name="Picture 3" descr="Picture 3"/>
          <p:cNvPicPr>
            <a:picLocks noChangeAspect="1"/>
          </p:cNvPicPr>
          <p:nvPr/>
        </p:nvPicPr>
        <p:blipFill>
          <a:blip r:embed="rId3">
            <a:extLst/>
          </a:blip>
          <a:srcRect l="11538" t="0" r="0" b="11937"/>
          <a:stretch>
            <a:fillRect/>
          </a:stretch>
        </p:blipFill>
        <p:spPr>
          <a:xfrm>
            <a:off x="0" y="5357879"/>
            <a:ext cx="3285360" cy="1499402"/>
          </a:xfrm>
          <a:prstGeom prst="rect">
            <a:avLst/>
          </a:prstGeom>
          <a:ln w="12700">
            <a:miter lim="400000"/>
          </a:ln>
        </p:spPr>
      </p:pic>
      <p:pic>
        <p:nvPicPr>
          <p:cNvPr id="279" name="Picture 2" descr="Picture 2"/>
          <p:cNvPicPr>
            <a:picLocks noChangeAspect="1"/>
          </p:cNvPicPr>
          <p:nvPr/>
        </p:nvPicPr>
        <p:blipFill>
          <a:blip r:embed="rId4">
            <a:extLst/>
          </a:blip>
          <a:srcRect l="11854" t="0" r="0" b="0"/>
          <a:stretch>
            <a:fillRect/>
          </a:stretch>
        </p:blipFill>
        <p:spPr>
          <a:xfrm>
            <a:off x="8215559" y="5175360"/>
            <a:ext cx="928082" cy="1681922"/>
          </a:xfrm>
          <a:prstGeom prst="rect">
            <a:avLst/>
          </a:prstGeom>
          <a:ln w="12700">
            <a:miter lim="400000"/>
          </a:ln>
        </p:spPr>
      </p:pic>
      <p:sp>
        <p:nvSpPr>
          <p:cNvPr id="280" name="Текст заголовка"/>
          <p:cNvSpPr txBox="1"/>
          <p:nvPr>
            <p:ph type="title"/>
          </p:nvPr>
        </p:nvSpPr>
        <p:spPr>
          <a:xfrm>
            <a:off x="457200" y="222840"/>
            <a:ext cx="8229242" cy="1246681"/>
          </a:xfrm>
          <a:prstGeom prst="rect">
            <a:avLst/>
          </a:prstGeom>
        </p:spPr>
        <p:txBody>
          <a:bodyPr>
            <a:normAutofit fontScale="100000" lnSpcReduction="0"/>
          </a:bodyPr>
          <a:lstStyle>
            <a:lvl1pPr>
              <a:defRPr spc="0" sz="4400"/>
            </a:lvl1pPr>
          </a:lstStyle>
          <a:p>
            <a:pPr/>
            <a:r>
              <a:t>Текст заголовка</a:t>
            </a:r>
          </a:p>
        </p:txBody>
      </p:sp>
      <p:sp>
        <p:nvSpPr>
          <p:cNvPr id="281" name="Уровень текста 1…"/>
          <p:cNvSpPr txBox="1"/>
          <p:nvPr>
            <p:ph type="body" sz="quarter" idx="1"/>
          </p:nvPr>
        </p:nvSpPr>
        <p:spPr>
          <a:xfrm>
            <a:off x="457200" y="1604519"/>
            <a:ext cx="4015800" cy="1896842"/>
          </a:xfrm>
          <a:prstGeom prst="rect">
            <a:avLst/>
          </a:prstGeom>
        </p:spPr>
        <p:txBody>
          <a:bodyPr anchor="t"/>
          <a:lstStyle>
            <a:lvl1pPr marL="228600" indent="-228600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1pPr>
            <a:lvl2pPr marL="723900" indent="-266700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2pPr>
            <a:lvl3pPr marL="1234438" indent="-320038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3pPr>
            <a:lvl4pPr marL="1727200" indent="-355600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4pPr>
            <a:lvl5pPr marL="2184400" indent="-355600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5pPr>
          </a:lstStyle>
          <a:p>
            <a:pPr/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282" name="PlaceHolder 4"/>
          <p:cNvSpPr/>
          <p:nvPr>
            <p:ph type="body" sz="half" idx="21"/>
          </p:nvPr>
        </p:nvSpPr>
        <p:spPr>
          <a:xfrm>
            <a:off x="457199" y="3682079"/>
            <a:ext cx="8229242" cy="1896842"/>
          </a:xfrm>
          <a:prstGeom prst="rect">
            <a:avLst/>
          </a:prstGeom>
        </p:spPr>
        <p:txBody>
          <a:bodyPr anchor="t"/>
          <a:lstStyle/>
          <a:p>
            <a:pPr>
              <a:defRPr spc="-100"/>
            </a:pPr>
          </a:p>
        </p:txBody>
      </p:sp>
      <p:sp>
        <p:nvSpPr>
          <p:cNvPr id="283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0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rcRect l="2922" t="16663" r="3649" b="0"/>
          <a:stretch>
            <a:fillRect/>
          </a:stretch>
        </p:blipFill>
        <p:spPr>
          <a:xfrm>
            <a:off x="-2" y="-2"/>
            <a:ext cx="9143284" cy="1428124"/>
          </a:xfrm>
          <a:prstGeom prst="rect">
            <a:avLst/>
          </a:prstGeom>
          <a:ln w="12700">
            <a:miter lim="400000"/>
          </a:ln>
          <a:effectLst>
            <a:reflection blurRad="0" stA="38000" stPos="0" endA="0" endPos="40000" dist="0" dir="5400000" fadeDir="5400000" sx="100000" sy="-100000" kx="0" ky="0" algn="bl" rotWithShape="0"/>
          </a:effectLst>
        </p:spPr>
      </p:pic>
      <p:pic>
        <p:nvPicPr>
          <p:cNvPr id="291" name="Picture 3" descr="Picture 3"/>
          <p:cNvPicPr>
            <a:picLocks noChangeAspect="1"/>
          </p:cNvPicPr>
          <p:nvPr/>
        </p:nvPicPr>
        <p:blipFill>
          <a:blip r:embed="rId3">
            <a:extLst/>
          </a:blip>
          <a:srcRect l="11538" t="0" r="0" b="11937"/>
          <a:stretch>
            <a:fillRect/>
          </a:stretch>
        </p:blipFill>
        <p:spPr>
          <a:xfrm>
            <a:off x="0" y="5357879"/>
            <a:ext cx="3285360" cy="1499402"/>
          </a:xfrm>
          <a:prstGeom prst="rect">
            <a:avLst/>
          </a:prstGeom>
          <a:ln w="12700">
            <a:miter lim="400000"/>
          </a:ln>
        </p:spPr>
      </p:pic>
      <p:pic>
        <p:nvPicPr>
          <p:cNvPr id="292" name="Picture 2" descr="Picture 2"/>
          <p:cNvPicPr>
            <a:picLocks noChangeAspect="1"/>
          </p:cNvPicPr>
          <p:nvPr/>
        </p:nvPicPr>
        <p:blipFill>
          <a:blip r:embed="rId4">
            <a:extLst/>
          </a:blip>
          <a:srcRect l="11854" t="0" r="0" b="0"/>
          <a:stretch>
            <a:fillRect/>
          </a:stretch>
        </p:blipFill>
        <p:spPr>
          <a:xfrm>
            <a:off x="8215559" y="5175360"/>
            <a:ext cx="928082" cy="1681922"/>
          </a:xfrm>
          <a:prstGeom prst="rect">
            <a:avLst/>
          </a:prstGeom>
          <a:ln w="12700">
            <a:miter lim="400000"/>
          </a:ln>
        </p:spPr>
      </p:pic>
      <p:sp>
        <p:nvSpPr>
          <p:cNvPr id="293" name="Текст заголовка"/>
          <p:cNvSpPr txBox="1"/>
          <p:nvPr>
            <p:ph type="title"/>
          </p:nvPr>
        </p:nvSpPr>
        <p:spPr>
          <a:xfrm>
            <a:off x="457200" y="222840"/>
            <a:ext cx="8229242" cy="1246681"/>
          </a:xfrm>
          <a:prstGeom prst="rect">
            <a:avLst/>
          </a:prstGeom>
        </p:spPr>
        <p:txBody>
          <a:bodyPr>
            <a:normAutofit fontScale="100000" lnSpcReduction="0"/>
          </a:bodyPr>
          <a:lstStyle>
            <a:lvl1pPr>
              <a:defRPr spc="0" sz="4400"/>
            </a:lvl1pPr>
          </a:lstStyle>
          <a:p>
            <a:pPr/>
            <a:r>
              <a:t>Текст заголовка</a:t>
            </a:r>
          </a:p>
        </p:txBody>
      </p:sp>
      <p:sp>
        <p:nvSpPr>
          <p:cNvPr id="294" name="Уровень текста 1…"/>
          <p:cNvSpPr txBox="1"/>
          <p:nvPr>
            <p:ph type="body" sz="half" idx="1"/>
          </p:nvPr>
        </p:nvSpPr>
        <p:spPr>
          <a:xfrm>
            <a:off x="457200" y="1604519"/>
            <a:ext cx="8229242" cy="1896842"/>
          </a:xfrm>
          <a:prstGeom prst="rect">
            <a:avLst/>
          </a:prstGeom>
        </p:spPr>
        <p:txBody>
          <a:bodyPr anchor="t"/>
          <a:lstStyle>
            <a:lvl1pPr marL="228600" indent="-228600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1pPr>
            <a:lvl2pPr marL="723900" indent="-266700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2pPr>
            <a:lvl3pPr marL="1234438" indent="-320038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3pPr>
            <a:lvl4pPr marL="1727200" indent="-355600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4pPr>
            <a:lvl5pPr marL="2184400" indent="-355600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5pPr>
          </a:lstStyle>
          <a:p>
            <a:pPr/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295" name="PlaceHolder 3"/>
          <p:cNvSpPr/>
          <p:nvPr>
            <p:ph type="body" sz="half" idx="21"/>
          </p:nvPr>
        </p:nvSpPr>
        <p:spPr>
          <a:xfrm>
            <a:off x="457199" y="3682079"/>
            <a:ext cx="8229242" cy="1896842"/>
          </a:xfrm>
          <a:prstGeom prst="rect">
            <a:avLst/>
          </a:prstGeom>
        </p:spPr>
        <p:txBody>
          <a:bodyPr anchor="t"/>
          <a:lstStyle/>
          <a:p>
            <a:pPr>
              <a:defRPr spc="-100"/>
            </a:pPr>
          </a:p>
        </p:txBody>
      </p:sp>
      <p:sp>
        <p:nvSpPr>
          <p:cNvPr id="296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3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rcRect l="2922" t="16663" r="3649" b="0"/>
          <a:stretch>
            <a:fillRect/>
          </a:stretch>
        </p:blipFill>
        <p:spPr>
          <a:xfrm>
            <a:off x="-2" y="-2"/>
            <a:ext cx="9143284" cy="1428124"/>
          </a:xfrm>
          <a:prstGeom prst="rect">
            <a:avLst/>
          </a:prstGeom>
          <a:ln w="12700">
            <a:miter lim="400000"/>
          </a:ln>
          <a:effectLst>
            <a:reflection blurRad="0" stA="38000" stPos="0" endA="0" endPos="40000" dist="0" dir="5400000" fadeDir="5400000" sx="100000" sy="-100000" kx="0" ky="0" algn="bl" rotWithShape="0"/>
          </a:effectLst>
        </p:spPr>
      </p:pic>
      <p:pic>
        <p:nvPicPr>
          <p:cNvPr id="304" name="Picture 3" descr="Picture 3"/>
          <p:cNvPicPr>
            <a:picLocks noChangeAspect="1"/>
          </p:cNvPicPr>
          <p:nvPr/>
        </p:nvPicPr>
        <p:blipFill>
          <a:blip r:embed="rId3">
            <a:extLst/>
          </a:blip>
          <a:srcRect l="11538" t="0" r="0" b="11937"/>
          <a:stretch>
            <a:fillRect/>
          </a:stretch>
        </p:blipFill>
        <p:spPr>
          <a:xfrm>
            <a:off x="0" y="5357879"/>
            <a:ext cx="3285360" cy="1499402"/>
          </a:xfrm>
          <a:prstGeom prst="rect">
            <a:avLst/>
          </a:prstGeom>
          <a:ln w="12700">
            <a:miter lim="400000"/>
          </a:ln>
        </p:spPr>
      </p:pic>
      <p:pic>
        <p:nvPicPr>
          <p:cNvPr id="305" name="Picture 2" descr="Picture 2"/>
          <p:cNvPicPr>
            <a:picLocks noChangeAspect="1"/>
          </p:cNvPicPr>
          <p:nvPr/>
        </p:nvPicPr>
        <p:blipFill>
          <a:blip r:embed="rId4">
            <a:extLst/>
          </a:blip>
          <a:srcRect l="11854" t="0" r="0" b="0"/>
          <a:stretch>
            <a:fillRect/>
          </a:stretch>
        </p:blipFill>
        <p:spPr>
          <a:xfrm>
            <a:off x="8215559" y="5175360"/>
            <a:ext cx="928082" cy="1681922"/>
          </a:xfrm>
          <a:prstGeom prst="rect">
            <a:avLst/>
          </a:prstGeom>
          <a:ln w="12700">
            <a:miter lim="400000"/>
          </a:ln>
        </p:spPr>
      </p:pic>
      <p:sp>
        <p:nvSpPr>
          <p:cNvPr id="306" name="Текст заголовка"/>
          <p:cNvSpPr txBox="1"/>
          <p:nvPr>
            <p:ph type="title"/>
          </p:nvPr>
        </p:nvSpPr>
        <p:spPr>
          <a:xfrm>
            <a:off x="457200" y="222840"/>
            <a:ext cx="8229242" cy="1246681"/>
          </a:xfrm>
          <a:prstGeom prst="rect">
            <a:avLst/>
          </a:prstGeom>
        </p:spPr>
        <p:txBody>
          <a:bodyPr>
            <a:normAutofit fontScale="100000" lnSpcReduction="0"/>
          </a:bodyPr>
          <a:lstStyle>
            <a:lvl1pPr>
              <a:defRPr spc="0" sz="4400"/>
            </a:lvl1pPr>
          </a:lstStyle>
          <a:p>
            <a:pPr/>
            <a:r>
              <a:t>Текст заголовка</a:t>
            </a:r>
          </a:p>
        </p:txBody>
      </p:sp>
      <p:sp>
        <p:nvSpPr>
          <p:cNvPr id="307" name="Уровень текста 1…"/>
          <p:cNvSpPr txBox="1"/>
          <p:nvPr>
            <p:ph type="body" sz="quarter" idx="1"/>
          </p:nvPr>
        </p:nvSpPr>
        <p:spPr>
          <a:xfrm>
            <a:off x="457200" y="1604519"/>
            <a:ext cx="4015800" cy="1896842"/>
          </a:xfrm>
          <a:prstGeom prst="rect">
            <a:avLst/>
          </a:prstGeom>
        </p:spPr>
        <p:txBody>
          <a:bodyPr anchor="t"/>
          <a:lstStyle>
            <a:lvl1pPr marL="228600" indent="-228600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1pPr>
            <a:lvl2pPr marL="723900" indent="-266700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2pPr>
            <a:lvl3pPr marL="1234438" indent="-320038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3pPr>
            <a:lvl4pPr marL="1727200" indent="-355600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4pPr>
            <a:lvl5pPr marL="2184400" indent="-355600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5pPr>
          </a:lstStyle>
          <a:p>
            <a:pPr/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308" name="PlaceHolder 5"/>
          <p:cNvSpPr/>
          <p:nvPr>
            <p:ph type="body" sz="quarter" idx="21"/>
          </p:nvPr>
        </p:nvSpPr>
        <p:spPr>
          <a:xfrm>
            <a:off x="457198" y="3682079"/>
            <a:ext cx="4015802" cy="1896842"/>
          </a:xfrm>
          <a:prstGeom prst="rect">
            <a:avLst/>
          </a:prstGeom>
        </p:spPr>
        <p:txBody>
          <a:bodyPr anchor="t"/>
          <a:lstStyle/>
          <a:p>
            <a:pPr>
              <a:defRPr spc="-100"/>
            </a:pPr>
          </a:p>
        </p:txBody>
      </p:sp>
      <p:sp>
        <p:nvSpPr>
          <p:cNvPr id="309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6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rcRect l="2922" t="16663" r="3649" b="0"/>
          <a:stretch>
            <a:fillRect/>
          </a:stretch>
        </p:blipFill>
        <p:spPr>
          <a:xfrm>
            <a:off x="-2" y="-2"/>
            <a:ext cx="9143284" cy="1428124"/>
          </a:xfrm>
          <a:prstGeom prst="rect">
            <a:avLst/>
          </a:prstGeom>
          <a:ln w="12700">
            <a:miter lim="400000"/>
          </a:ln>
          <a:effectLst>
            <a:reflection blurRad="0" stA="38000" stPos="0" endA="0" endPos="40000" dist="0" dir="5400000" fadeDir="5400000" sx="100000" sy="-100000" kx="0" ky="0" algn="bl" rotWithShape="0"/>
          </a:effectLst>
        </p:spPr>
      </p:pic>
      <p:pic>
        <p:nvPicPr>
          <p:cNvPr id="317" name="Picture 3" descr="Picture 3"/>
          <p:cNvPicPr>
            <a:picLocks noChangeAspect="1"/>
          </p:cNvPicPr>
          <p:nvPr/>
        </p:nvPicPr>
        <p:blipFill>
          <a:blip r:embed="rId3">
            <a:extLst/>
          </a:blip>
          <a:srcRect l="11538" t="0" r="0" b="11937"/>
          <a:stretch>
            <a:fillRect/>
          </a:stretch>
        </p:blipFill>
        <p:spPr>
          <a:xfrm>
            <a:off x="0" y="5357879"/>
            <a:ext cx="3285360" cy="1499402"/>
          </a:xfrm>
          <a:prstGeom prst="rect">
            <a:avLst/>
          </a:prstGeom>
          <a:ln w="12700">
            <a:miter lim="400000"/>
          </a:ln>
        </p:spPr>
      </p:pic>
      <p:pic>
        <p:nvPicPr>
          <p:cNvPr id="318" name="Picture 2" descr="Picture 2"/>
          <p:cNvPicPr>
            <a:picLocks noChangeAspect="1"/>
          </p:cNvPicPr>
          <p:nvPr/>
        </p:nvPicPr>
        <p:blipFill>
          <a:blip r:embed="rId4">
            <a:extLst/>
          </a:blip>
          <a:srcRect l="11854" t="0" r="0" b="0"/>
          <a:stretch>
            <a:fillRect/>
          </a:stretch>
        </p:blipFill>
        <p:spPr>
          <a:xfrm>
            <a:off x="8215559" y="5175360"/>
            <a:ext cx="928082" cy="1681922"/>
          </a:xfrm>
          <a:prstGeom prst="rect">
            <a:avLst/>
          </a:prstGeom>
          <a:ln w="12700">
            <a:miter lim="400000"/>
          </a:ln>
        </p:spPr>
      </p:pic>
      <p:sp>
        <p:nvSpPr>
          <p:cNvPr id="319" name="Текст заголовка"/>
          <p:cNvSpPr txBox="1"/>
          <p:nvPr>
            <p:ph type="title"/>
          </p:nvPr>
        </p:nvSpPr>
        <p:spPr>
          <a:xfrm>
            <a:off x="457200" y="222840"/>
            <a:ext cx="8229242" cy="1246681"/>
          </a:xfrm>
          <a:prstGeom prst="rect">
            <a:avLst/>
          </a:prstGeom>
        </p:spPr>
        <p:txBody>
          <a:bodyPr>
            <a:normAutofit fontScale="100000" lnSpcReduction="0"/>
          </a:bodyPr>
          <a:lstStyle>
            <a:lvl1pPr>
              <a:defRPr spc="0" sz="4400"/>
            </a:lvl1pPr>
          </a:lstStyle>
          <a:p>
            <a:pPr/>
            <a:r>
              <a:t>Текст заголовка</a:t>
            </a:r>
          </a:p>
        </p:txBody>
      </p:sp>
      <p:sp>
        <p:nvSpPr>
          <p:cNvPr id="320" name="Уровень текста 1…"/>
          <p:cNvSpPr txBox="1"/>
          <p:nvPr>
            <p:ph type="body" sz="quarter" idx="1"/>
          </p:nvPr>
        </p:nvSpPr>
        <p:spPr>
          <a:xfrm>
            <a:off x="457200" y="1604519"/>
            <a:ext cx="2649602" cy="1896842"/>
          </a:xfrm>
          <a:prstGeom prst="rect">
            <a:avLst/>
          </a:prstGeom>
        </p:spPr>
        <p:txBody>
          <a:bodyPr anchor="t"/>
          <a:lstStyle>
            <a:lvl1pPr marL="228600" indent="-228600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1pPr>
            <a:lvl2pPr marL="723900" indent="-266700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2pPr>
            <a:lvl3pPr marL="1234438" indent="-320038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3pPr>
            <a:lvl4pPr marL="1727200" indent="-355600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4pPr>
            <a:lvl5pPr marL="2184400" indent="-355600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5pPr>
          </a:lstStyle>
          <a:p>
            <a:pPr/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321" name="PlaceHolder 7"/>
          <p:cNvSpPr/>
          <p:nvPr>
            <p:ph type="body" sz="quarter" idx="21"/>
          </p:nvPr>
        </p:nvSpPr>
        <p:spPr>
          <a:xfrm>
            <a:off x="457198" y="3682079"/>
            <a:ext cx="2649603" cy="1896842"/>
          </a:xfrm>
          <a:prstGeom prst="rect">
            <a:avLst/>
          </a:prstGeom>
        </p:spPr>
        <p:txBody>
          <a:bodyPr anchor="t"/>
          <a:lstStyle/>
          <a:p>
            <a:pPr>
              <a:defRPr spc="-100"/>
            </a:pPr>
          </a:p>
        </p:txBody>
      </p:sp>
      <p:sp>
        <p:nvSpPr>
          <p:cNvPr id="322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9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rcRect l="2922" t="16663" r="3649" b="0"/>
          <a:stretch>
            <a:fillRect/>
          </a:stretch>
        </p:blipFill>
        <p:spPr>
          <a:xfrm>
            <a:off x="-2" y="-2"/>
            <a:ext cx="9143284" cy="1428124"/>
          </a:xfrm>
          <a:prstGeom prst="rect">
            <a:avLst/>
          </a:prstGeom>
          <a:ln w="12700">
            <a:miter lim="400000"/>
          </a:ln>
          <a:effectLst>
            <a:reflection blurRad="0" stA="38000" stPos="0" endA="0" endPos="40000" dist="0" dir="5400000" fadeDir="5400000" sx="100000" sy="-100000" kx="0" ky="0" algn="bl" rotWithShape="0"/>
          </a:effectLst>
        </p:spPr>
      </p:pic>
      <p:pic>
        <p:nvPicPr>
          <p:cNvPr id="330" name="Picture 3" descr="Picture 3"/>
          <p:cNvPicPr>
            <a:picLocks noChangeAspect="1"/>
          </p:cNvPicPr>
          <p:nvPr/>
        </p:nvPicPr>
        <p:blipFill>
          <a:blip r:embed="rId3">
            <a:extLst/>
          </a:blip>
          <a:srcRect l="11538" t="0" r="0" b="11937"/>
          <a:stretch>
            <a:fillRect/>
          </a:stretch>
        </p:blipFill>
        <p:spPr>
          <a:xfrm>
            <a:off x="0" y="5357879"/>
            <a:ext cx="3285360" cy="1499402"/>
          </a:xfrm>
          <a:prstGeom prst="rect">
            <a:avLst/>
          </a:prstGeom>
          <a:ln w="12700">
            <a:miter lim="400000"/>
          </a:ln>
        </p:spPr>
      </p:pic>
      <p:pic>
        <p:nvPicPr>
          <p:cNvPr id="331" name="Picture 2" descr="Picture 2"/>
          <p:cNvPicPr>
            <a:picLocks noChangeAspect="1"/>
          </p:cNvPicPr>
          <p:nvPr/>
        </p:nvPicPr>
        <p:blipFill>
          <a:blip r:embed="rId4">
            <a:extLst/>
          </a:blip>
          <a:srcRect l="11854" t="0" r="0" b="0"/>
          <a:stretch>
            <a:fillRect/>
          </a:stretch>
        </p:blipFill>
        <p:spPr>
          <a:xfrm>
            <a:off x="8215559" y="5175360"/>
            <a:ext cx="928082" cy="1681922"/>
          </a:xfrm>
          <a:prstGeom prst="rect">
            <a:avLst/>
          </a:prstGeom>
          <a:ln w="12700">
            <a:miter lim="400000"/>
          </a:ln>
        </p:spPr>
      </p:pic>
      <p:sp>
        <p:nvSpPr>
          <p:cNvPr id="332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rcRect l="2922" t="16663" r="3649" b="0"/>
          <a:stretch>
            <a:fillRect/>
          </a:stretch>
        </p:blipFill>
        <p:spPr>
          <a:xfrm>
            <a:off x="-2" y="-2"/>
            <a:ext cx="9143284" cy="1428124"/>
          </a:xfrm>
          <a:prstGeom prst="rect">
            <a:avLst/>
          </a:prstGeom>
          <a:ln w="12700">
            <a:miter lim="400000"/>
          </a:ln>
          <a:effectLst>
            <a:reflection blurRad="0" stA="38000" stPos="0" endA="0" endPos="40000" dist="0" dir="5400000" fadeDir="5400000" sx="100000" sy="-100000" kx="0" ky="0" algn="bl" rotWithShape="0"/>
          </a:effectLst>
        </p:spPr>
      </p:pic>
      <p:pic>
        <p:nvPicPr>
          <p:cNvPr id="340" name="Picture 3" descr="Picture 3"/>
          <p:cNvPicPr>
            <a:picLocks noChangeAspect="1"/>
          </p:cNvPicPr>
          <p:nvPr/>
        </p:nvPicPr>
        <p:blipFill>
          <a:blip r:embed="rId3">
            <a:extLst/>
          </a:blip>
          <a:srcRect l="11538" t="0" r="0" b="11937"/>
          <a:stretch>
            <a:fillRect/>
          </a:stretch>
        </p:blipFill>
        <p:spPr>
          <a:xfrm>
            <a:off x="0" y="5357879"/>
            <a:ext cx="3285360" cy="1499402"/>
          </a:xfrm>
          <a:prstGeom prst="rect">
            <a:avLst/>
          </a:prstGeom>
          <a:ln w="12700">
            <a:miter lim="400000"/>
          </a:ln>
        </p:spPr>
      </p:pic>
      <p:pic>
        <p:nvPicPr>
          <p:cNvPr id="341" name="Picture 2" descr="Picture 2"/>
          <p:cNvPicPr>
            <a:picLocks noChangeAspect="1"/>
          </p:cNvPicPr>
          <p:nvPr/>
        </p:nvPicPr>
        <p:blipFill>
          <a:blip r:embed="rId4">
            <a:extLst/>
          </a:blip>
          <a:srcRect l="11854" t="0" r="0" b="0"/>
          <a:stretch>
            <a:fillRect/>
          </a:stretch>
        </p:blipFill>
        <p:spPr>
          <a:xfrm>
            <a:off x="8215559" y="5175360"/>
            <a:ext cx="928082" cy="1681922"/>
          </a:xfrm>
          <a:prstGeom prst="rect">
            <a:avLst/>
          </a:prstGeom>
          <a:ln w="12700">
            <a:miter lim="400000"/>
          </a:ln>
        </p:spPr>
      </p:pic>
      <p:sp>
        <p:nvSpPr>
          <p:cNvPr id="342" name="Текст заголовка"/>
          <p:cNvSpPr txBox="1"/>
          <p:nvPr>
            <p:ph type="title"/>
          </p:nvPr>
        </p:nvSpPr>
        <p:spPr>
          <a:xfrm>
            <a:off x="457200" y="222840"/>
            <a:ext cx="8229242" cy="1246681"/>
          </a:xfrm>
          <a:prstGeom prst="rect">
            <a:avLst/>
          </a:prstGeom>
        </p:spPr>
        <p:txBody>
          <a:bodyPr>
            <a:normAutofit fontScale="100000" lnSpcReduction="0"/>
          </a:bodyPr>
          <a:lstStyle>
            <a:lvl1pPr>
              <a:defRPr spc="0" sz="4400"/>
            </a:lvl1pPr>
          </a:lstStyle>
          <a:p>
            <a:pPr/>
            <a:r>
              <a:t>Текст заголовка</a:t>
            </a:r>
          </a:p>
        </p:txBody>
      </p:sp>
      <p:sp>
        <p:nvSpPr>
          <p:cNvPr id="343" name="Уровень текста 1…"/>
          <p:cNvSpPr txBox="1"/>
          <p:nvPr>
            <p:ph type="body" idx="1"/>
          </p:nvPr>
        </p:nvSpPr>
        <p:spPr>
          <a:xfrm>
            <a:off x="457200" y="1604519"/>
            <a:ext cx="8229242" cy="3977283"/>
          </a:xfrm>
          <a:prstGeom prst="rect">
            <a:avLst/>
          </a:prstGeom>
        </p:spPr>
        <p:txBody>
          <a:bodyPr/>
          <a:lstStyle>
            <a:lvl1pPr marL="228600" indent="-228600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1pPr>
            <a:lvl2pPr marL="723900" indent="-266700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2pPr>
            <a:lvl3pPr marL="1234438" indent="-320038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3pPr>
            <a:lvl4pPr marL="1727200" indent="-355600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4pPr>
            <a:lvl5pPr marL="2184400" indent="-355600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5pPr>
          </a:lstStyle>
          <a:p>
            <a:pPr/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344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1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rcRect l="2922" t="16663" r="3649" b="0"/>
          <a:stretch>
            <a:fillRect/>
          </a:stretch>
        </p:blipFill>
        <p:spPr>
          <a:xfrm>
            <a:off x="-2" y="-2"/>
            <a:ext cx="9143284" cy="1428124"/>
          </a:xfrm>
          <a:prstGeom prst="rect">
            <a:avLst/>
          </a:prstGeom>
          <a:ln w="12700">
            <a:miter lim="400000"/>
          </a:ln>
          <a:effectLst>
            <a:reflection blurRad="0" stA="38000" stPos="0" endA="0" endPos="40000" dist="0" dir="5400000" fadeDir="5400000" sx="100000" sy="-100000" kx="0" ky="0" algn="bl" rotWithShape="0"/>
          </a:effectLst>
        </p:spPr>
      </p:pic>
      <p:pic>
        <p:nvPicPr>
          <p:cNvPr id="352" name="Picture 3" descr="Picture 3"/>
          <p:cNvPicPr>
            <a:picLocks noChangeAspect="1"/>
          </p:cNvPicPr>
          <p:nvPr/>
        </p:nvPicPr>
        <p:blipFill>
          <a:blip r:embed="rId3">
            <a:extLst/>
          </a:blip>
          <a:srcRect l="11538" t="0" r="0" b="11937"/>
          <a:stretch>
            <a:fillRect/>
          </a:stretch>
        </p:blipFill>
        <p:spPr>
          <a:xfrm>
            <a:off x="0" y="5357879"/>
            <a:ext cx="3285360" cy="1499402"/>
          </a:xfrm>
          <a:prstGeom prst="rect">
            <a:avLst/>
          </a:prstGeom>
          <a:ln w="12700">
            <a:miter lim="400000"/>
          </a:ln>
        </p:spPr>
      </p:pic>
      <p:pic>
        <p:nvPicPr>
          <p:cNvPr id="353" name="Picture 2" descr="Picture 2"/>
          <p:cNvPicPr>
            <a:picLocks noChangeAspect="1"/>
          </p:cNvPicPr>
          <p:nvPr/>
        </p:nvPicPr>
        <p:blipFill>
          <a:blip r:embed="rId4">
            <a:extLst/>
          </a:blip>
          <a:srcRect l="11854" t="0" r="0" b="0"/>
          <a:stretch>
            <a:fillRect/>
          </a:stretch>
        </p:blipFill>
        <p:spPr>
          <a:xfrm>
            <a:off x="8215559" y="5175360"/>
            <a:ext cx="928082" cy="1681922"/>
          </a:xfrm>
          <a:prstGeom prst="rect">
            <a:avLst/>
          </a:prstGeom>
          <a:ln w="12700">
            <a:miter lim="400000"/>
          </a:ln>
        </p:spPr>
      </p:pic>
      <p:sp>
        <p:nvSpPr>
          <p:cNvPr id="354" name="Текст заголовка"/>
          <p:cNvSpPr txBox="1"/>
          <p:nvPr>
            <p:ph type="title"/>
          </p:nvPr>
        </p:nvSpPr>
        <p:spPr>
          <a:xfrm>
            <a:off x="457200" y="222840"/>
            <a:ext cx="8229242" cy="1246681"/>
          </a:xfrm>
          <a:prstGeom prst="rect">
            <a:avLst/>
          </a:prstGeom>
        </p:spPr>
        <p:txBody>
          <a:bodyPr>
            <a:normAutofit fontScale="100000" lnSpcReduction="0"/>
          </a:bodyPr>
          <a:lstStyle>
            <a:lvl1pPr>
              <a:defRPr spc="0" sz="4400"/>
            </a:lvl1pPr>
          </a:lstStyle>
          <a:p>
            <a:pPr/>
            <a:r>
              <a:t>Текст заголовка</a:t>
            </a:r>
          </a:p>
        </p:txBody>
      </p:sp>
      <p:sp>
        <p:nvSpPr>
          <p:cNvPr id="355" name="Уровень текста 1…"/>
          <p:cNvSpPr txBox="1"/>
          <p:nvPr>
            <p:ph type="body" idx="1"/>
          </p:nvPr>
        </p:nvSpPr>
        <p:spPr>
          <a:xfrm>
            <a:off x="457200" y="1604519"/>
            <a:ext cx="8229242" cy="3977283"/>
          </a:xfrm>
          <a:prstGeom prst="rect">
            <a:avLst/>
          </a:prstGeom>
        </p:spPr>
        <p:txBody>
          <a:bodyPr anchor="t"/>
          <a:lstStyle>
            <a:lvl1pPr marL="228600" indent="-228600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1pPr>
            <a:lvl2pPr marL="723900" indent="-266700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2pPr>
            <a:lvl3pPr marL="1234438" indent="-320038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3pPr>
            <a:lvl4pPr marL="1727200" indent="-355600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4pPr>
            <a:lvl5pPr marL="2184400" indent="-355600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5pPr>
          </a:lstStyle>
          <a:p>
            <a:pPr/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356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3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rcRect l="2922" t="16663" r="3649" b="0"/>
          <a:stretch>
            <a:fillRect/>
          </a:stretch>
        </p:blipFill>
        <p:spPr>
          <a:xfrm>
            <a:off x="-2" y="-2"/>
            <a:ext cx="9143284" cy="1428124"/>
          </a:xfrm>
          <a:prstGeom prst="rect">
            <a:avLst/>
          </a:prstGeom>
          <a:ln w="12700">
            <a:miter lim="400000"/>
          </a:ln>
          <a:effectLst>
            <a:reflection blurRad="0" stA="38000" stPos="0" endA="0" endPos="40000" dist="0" dir="5400000" fadeDir="5400000" sx="100000" sy="-100000" kx="0" ky="0" algn="bl" rotWithShape="0"/>
          </a:effectLst>
        </p:spPr>
      </p:pic>
      <p:pic>
        <p:nvPicPr>
          <p:cNvPr id="364" name="Picture 3" descr="Picture 3"/>
          <p:cNvPicPr>
            <a:picLocks noChangeAspect="1"/>
          </p:cNvPicPr>
          <p:nvPr/>
        </p:nvPicPr>
        <p:blipFill>
          <a:blip r:embed="rId3">
            <a:extLst/>
          </a:blip>
          <a:srcRect l="11538" t="0" r="0" b="11937"/>
          <a:stretch>
            <a:fillRect/>
          </a:stretch>
        </p:blipFill>
        <p:spPr>
          <a:xfrm>
            <a:off x="0" y="5357879"/>
            <a:ext cx="3285360" cy="1499402"/>
          </a:xfrm>
          <a:prstGeom prst="rect">
            <a:avLst/>
          </a:prstGeom>
          <a:ln w="12700">
            <a:miter lim="400000"/>
          </a:ln>
        </p:spPr>
      </p:pic>
      <p:pic>
        <p:nvPicPr>
          <p:cNvPr id="365" name="Picture 2" descr="Picture 2"/>
          <p:cNvPicPr>
            <a:picLocks noChangeAspect="1"/>
          </p:cNvPicPr>
          <p:nvPr/>
        </p:nvPicPr>
        <p:blipFill>
          <a:blip r:embed="rId4">
            <a:extLst/>
          </a:blip>
          <a:srcRect l="11854" t="0" r="0" b="0"/>
          <a:stretch>
            <a:fillRect/>
          </a:stretch>
        </p:blipFill>
        <p:spPr>
          <a:xfrm>
            <a:off x="8215559" y="5175360"/>
            <a:ext cx="928082" cy="1681922"/>
          </a:xfrm>
          <a:prstGeom prst="rect">
            <a:avLst/>
          </a:prstGeom>
          <a:ln w="12700">
            <a:miter lim="400000"/>
          </a:ln>
        </p:spPr>
      </p:pic>
      <p:sp>
        <p:nvSpPr>
          <p:cNvPr id="366" name="Текст заголовка"/>
          <p:cNvSpPr txBox="1"/>
          <p:nvPr>
            <p:ph type="title"/>
          </p:nvPr>
        </p:nvSpPr>
        <p:spPr>
          <a:xfrm>
            <a:off x="457200" y="222840"/>
            <a:ext cx="8229242" cy="1246681"/>
          </a:xfrm>
          <a:prstGeom prst="rect">
            <a:avLst/>
          </a:prstGeom>
        </p:spPr>
        <p:txBody>
          <a:bodyPr>
            <a:normAutofit fontScale="100000" lnSpcReduction="0"/>
          </a:bodyPr>
          <a:lstStyle>
            <a:lvl1pPr>
              <a:defRPr spc="0" sz="4400"/>
            </a:lvl1pPr>
          </a:lstStyle>
          <a:p>
            <a:pPr/>
            <a:r>
              <a:t>Текст заголовка</a:t>
            </a:r>
          </a:p>
        </p:txBody>
      </p:sp>
      <p:sp>
        <p:nvSpPr>
          <p:cNvPr id="367" name="Уровень текста 1…"/>
          <p:cNvSpPr txBox="1"/>
          <p:nvPr>
            <p:ph type="body" sz="half" idx="1"/>
          </p:nvPr>
        </p:nvSpPr>
        <p:spPr>
          <a:xfrm>
            <a:off x="457200" y="1604519"/>
            <a:ext cx="4015800" cy="3977283"/>
          </a:xfrm>
          <a:prstGeom prst="rect">
            <a:avLst/>
          </a:prstGeom>
        </p:spPr>
        <p:txBody>
          <a:bodyPr anchor="t"/>
          <a:lstStyle>
            <a:lvl1pPr marL="228600" indent="-228600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1pPr>
            <a:lvl2pPr marL="723900" indent="-266700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2pPr>
            <a:lvl3pPr marL="1234438" indent="-320038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3pPr>
            <a:lvl4pPr marL="1727200" indent="-355600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4pPr>
            <a:lvl5pPr marL="2184400" indent="-355600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5pPr>
          </a:lstStyle>
          <a:p>
            <a:pPr/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368" name="PlaceHolder 3"/>
          <p:cNvSpPr/>
          <p:nvPr>
            <p:ph type="body" sz="half" idx="21"/>
          </p:nvPr>
        </p:nvSpPr>
        <p:spPr>
          <a:xfrm>
            <a:off x="4674239" y="1604519"/>
            <a:ext cx="4015800" cy="3977283"/>
          </a:xfrm>
          <a:prstGeom prst="rect">
            <a:avLst/>
          </a:prstGeom>
        </p:spPr>
        <p:txBody>
          <a:bodyPr anchor="t"/>
          <a:lstStyle/>
          <a:p>
            <a:pPr>
              <a:defRPr spc="-100"/>
            </a:pPr>
          </a:p>
        </p:txBody>
      </p:sp>
      <p:sp>
        <p:nvSpPr>
          <p:cNvPr id="369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6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rcRect l="2922" t="16663" r="3649" b="0"/>
          <a:stretch>
            <a:fillRect/>
          </a:stretch>
        </p:blipFill>
        <p:spPr>
          <a:xfrm>
            <a:off x="-2" y="-2"/>
            <a:ext cx="9143284" cy="1428124"/>
          </a:xfrm>
          <a:prstGeom prst="rect">
            <a:avLst/>
          </a:prstGeom>
          <a:ln w="12700">
            <a:miter lim="400000"/>
          </a:ln>
          <a:effectLst>
            <a:reflection blurRad="0" stA="38000" stPos="0" endA="0" endPos="40000" dist="0" dir="5400000" fadeDir="5400000" sx="100000" sy="-100000" kx="0" ky="0" algn="bl" rotWithShape="0"/>
          </a:effectLst>
        </p:spPr>
      </p:pic>
      <p:pic>
        <p:nvPicPr>
          <p:cNvPr id="377" name="Picture 3" descr="Picture 3"/>
          <p:cNvPicPr>
            <a:picLocks noChangeAspect="1"/>
          </p:cNvPicPr>
          <p:nvPr/>
        </p:nvPicPr>
        <p:blipFill>
          <a:blip r:embed="rId3">
            <a:extLst/>
          </a:blip>
          <a:srcRect l="11538" t="0" r="0" b="11937"/>
          <a:stretch>
            <a:fillRect/>
          </a:stretch>
        </p:blipFill>
        <p:spPr>
          <a:xfrm>
            <a:off x="0" y="5357879"/>
            <a:ext cx="3285360" cy="1499402"/>
          </a:xfrm>
          <a:prstGeom prst="rect">
            <a:avLst/>
          </a:prstGeom>
          <a:ln w="12700">
            <a:miter lim="400000"/>
          </a:ln>
        </p:spPr>
      </p:pic>
      <p:pic>
        <p:nvPicPr>
          <p:cNvPr id="378" name="Picture 2" descr="Picture 2"/>
          <p:cNvPicPr>
            <a:picLocks noChangeAspect="1"/>
          </p:cNvPicPr>
          <p:nvPr/>
        </p:nvPicPr>
        <p:blipFill>
          <a:blip r:embed="rId4">
            <a:extLst/>
          </a:blip>
          <a:srcRect l="11854" t="0" r="0" b="0"/>
          <a:stretch>
            <a:fillRect/>
          </a:stretch>
        </p:blipFill>
        <p:spPr>
          <a:xfrm>
            <a:off x="8215559" y="5175360"/>
            <a:ext cx="928082" cy="1681922"/>
          </a:xfrm>
          <a:prstGeom prst="rect">
            <a:avLst/>
          </a:prstGeom>
          <a:ln w="12700">
            <a:miter lim="400000"/>
          </a:ln>
        </p:spPr>
      </p:pic>
      <p:sp>
        <p:nvSpPr>
          <p:cNvPr id="379" name="Текст заголовка"/>
          <p:cNvSpPr txBox="1"/>
          <p:nvPr>
            <p:ph type="title"/>
          </p:nvPr>
        </p:nvSpPr>
        <p:spPr>
          <a:xfrm>
            <a:off x="457200" y="222840"/>
            <a:ext cx="8229242" cy="1246681"/>
          </a:xfrm>
          <a:prstGeom prst="rect">
            <a:avLst/>
          </a:prstGeom>
        </p:spPr>
        <p:txBody>
          <a:bodyPr>
            <a:normAutofit fontScale="100000" lnSpcReduction="0"/>
          </a:bodyPr>
          <a:lstStyle>
            <a:lvl1pPr>
              <a:defRPr spc="0" sz="4400"/>
            </a:lvl1pPr>
          </a:lstStyle>
          <a:p>
            <a:pPr/>
            <a:r>
              <a:t>Текст заголовка</a:t>
            </a:r>
          </a:p>
        </p:txBody>
      </p:sp>
      <p:sp>
        <p:nvSpPr>
          <p:cNvPr id="380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rcRect l="2922" t="16663" r="3649" b="0"/>
          <a:stretch>
            <a:fillRect/>
          </a:stretch>
        </p:blipFill>
        <p:spPr>
          <a:xfrm>
            <a:off x="-2" y="-2"/>
            <a:ext cx="9143284" cy="1428124"/>
          </a:xfrm>
          <a:prstGeom prst="rect">
            <a:avLst/>
          </a:prstGeom>
          <a:ln w="12700">
            <a:miter lim="400000"/>
          </a:ln>
          <a:effectLst>
            <a:reflection blurRad="0" stA="38000" stPos="0" endA="0" endPos="40000" dist="0" dir="5400000" fadeDir="5400000" sx="100000" sy="-100000" kx="0" ky="0" algn="bl" rotWithShape="0"/>
          </a:effectLst>
        </p:spPr>
      </p:pic>
      <p:pic>
        <p:nvPicPr>
          <p:cNvPr id="388" name="Picture 3" descr="Picture 3"/>
          <p:cNvPicPr>
            <a:picLocks noChangeAspect="1"/>
          </p:cNvPicPr>
          <p:nvPr/>
        </p:nvPicPr>
        <p:blipFill>
          <a:blip r:embed="rId3">
            <a:extLst/>
          </a:blip>
          <a:srcRect l="11538" t="0" r="0" b="11937"/>
          <a:stretch>
            <a:fillRect/>
          </a:stretch>
        </p:blipFill>
        <p:spPr>
          <a:xfrm>
            <a:off x="0" y="5357879"/>
            <a:ext cx="3285360" cy="1499402"/>
          </a:xfrm>
          <a:prstGeom prst="rect">
            <a:avLst/>
          </a:prstGeom>
          <a:ln w="12700">
            <a:miter lim="400000"/>
          </a:ln>
        </p:spPr>
      </p:pic>
      <p:pic>
        <p:nvPicPr>
          <p:cNvPr id="389" name="Picture 2" descr="Picture 2"/>
          <p:cNvPicPr>
            <a:picLocks noChangeAspect="1"/>
          </p:cNvPicPr>
          <p:nvPr/>
        </p:nvPicPr>
        <p:blipFill>
          <a:blip r:embed="rId4">
            <a:extLst/>
          </a:blip>
          <a:srcRect l="11854" t="0" r="0" b="0"/>
          <a:stretch>
            <a:fillRect/>
          </a:stretch>
        </p:blipFill>
        <p:spPr>
          <a:xfrm>
            <a:off x="8215559" y="5175360"/>
            <a:ext cx="928082" cy="1681922"/>
          </a:xfrm>
          <a:prstGeom prst="rect">
            <a:avLst/>
          </a:prstGeom>
          <a:ln w="12700">
            <a:miter lim="400000"/>
          </a:ln>
        </p:spPr>
      </p:pic>
      <p:sp>
        <p:nvSpPr>
          <p:cNvPr id="390" name="Уровень текста 1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>
            <a:lvl1pPr marL="228600" indent="-228600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1pPr>
            <a:lvl2pPr marL="723900" indent="-266700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2pPr>
            <a:lvl3pPr marL="1234438" indent="-320038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3pPr>
            <a:lvl4pPr marL="1727200" indent="-355600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4pPr>
            <a:lvl5pPr marL="2184400" indent="-355600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5pPr>
          </a:lstStyle>
          <a:p>
            <a:pPr/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391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8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rcRect l="2922" t="16663" r="3649" b="0"/>
          <a:stretch>
            <a:fillRect/>
          </a:stretch>
        </p:blipFill>
        <p:spPr>
          <a:xfrm>
            <a:off x="-2" y="-2"/>
            <a:ext cx="9143284" cy="1428124"/>
          </a:xfrm>
          <a:prstGeom prst="rect">
            <a:avLst/>
          </a:prstGeom>
          <a:ln w="12700">
            <a:miter lim="400000"/>
          </a:ln>
          <a:effectLst>
            <a:reflection blurRad="0" stA="38000" stPos="0" endA="0" endPos="40000" dist="0" dir="5400000" fadeDir="5400000" sx="100000" sy="-100000" kx="0" ky="0" algn="bl" rotWithShape="0"/>
          </a:effectLst>
        </p:spPr>
      </p:pic>
      <p:pic>
        <p:nvPicPr>
          <p:cNvPr id="399" name="Picture 3" descr="Picture 3"/>
          <p:cNvPicPr>
            <a:picLocks noChangeAspect="1"/>
          </p:cNvPicPr>
          <p:nvPr/>
        </p:nvPicPr>
        <p:blipFill>
          <a:blip r:embed="rId3">
            <a:extLst/>
          </a:blip>
          <a:srcRect l="11538" t="0" r="0" b="11937"/>
          <a:stretch>
            <a:fillRect/>
          </a:stretch>
        </p:blipFill>
        <p:spPr>
          <a:xfrm>
            <a:off x="0" y="5357879"/>
            <a:ext cx="3285360" cy="1499402"/>
          </a:xfrm>
          <a:prstGeom prst="rect">
            <a:avLst/>
          </a:prstGeom>
          <a:ln w="12700">
            <a:miter lim="400000"/>
          </a:ln>
        </p:spPr>
      </p:pic>
      <p:pic>
        <p:nvPicPr>
          <p:cNvPr id="400" name="Picture 2" descr="Picture 2"/>
          <p:cNvPicPr>
            <a:picLocks noChangeAspect="1"/>
          </p:cNvPicPr>
          <p:nvPr/>
        </p:nvPicPr>
        <p:blipFill>
          <a:blip r:embed="rId4">
            <a:extLst/>
          </a:blip>
          <a:srcRect l="11854" t="0" r="0" b="0"/>
          <a:stretch>
            <a:fillRect/>
          </a:stretch>
        </p:blipFill>
        <p:spPr>
          <a:xfrm>
            <a:off x="8215559" y="5175360"/>
            <a:ext cx="928082" cy="1681922"/>
          </a:xfrm>
          <a:prstGeom prst="rect">
            <a:avLst/>
          </a:prstGeom>
          <a:ln w="12700">
            <a:miter lim="400000"/>
          </a:ln>
        </p:spPr>
      </p:pic>
      <p:sp>
        <p:nvSpPr>
          <p:cNvPr id="401" name="Текст заголовка"/>
          <p:cNvSpPr txBox="1"/>
          <p:nvPr>
            <p:ph type="title"/>
          </p:nvPr>
        </p:nvSpPr>
        <p:spPr>
          <a:xfrm>
            <a:off x="457200" y="222840"/>
            <a:ext cx="8229242" cy="1246681"/>
          </a:xfrm>
          <a:prstGeom prst="rect">
            <a:avLst/>
          </a:prstGeom>
        </p:spPr>
        <p:txBody>
          <a:bodyPr>
            <a:normAutofit fontScale="100000" lnSpcReduction="0"/>
          </a:bodyPr>
          <a:lstStyle>
            <a:lvl1pPr>
              <a:defRPr spc="0" sz="4400"/>
            </a:lvl1pPr>
          </a:lstStyle>
          <a:p>
            <a:pPr/>
            <a:r>
              <a:t>Текст заголовка</a:t>
            </a:r>
          </a:p>
        </p:txBody>
      </p:sp>
      <p:sp>
        <p:nvSpPr>
          <p:cNvPr id="402" name="Уровень текста 1…"/>
          <p:cNvSpPr txBox="1"/>
          <p:nvPr>
            <p:ph type="body" sz="quarter" idx="1"/>
          </p:nvPr>
        </p:nvSpPr>
        <p:spPr>
          <a:xfrm>
            <a:off x="457200" y="1604519"/>
            <a:ext cx="4015800" cy="1896842"/>
          </a:xfrm>
          <a:prstGeom prst="rect">
            <a:avLst/>
          </a:prstGeom>
        </p:spPr>
        <p:txBody>
          <a:bodyPr anchor="t"/>
          <a:lstStyle>
            <a:lvl1pPr marL="228600" indent="-228600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1pPr>
            <a:lvl2pPr marL="723900" indent="-266700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2pPr>
            <a:lvl3pPr marL="1234438" indent="-320038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3pPr>
            <a:lvl4pPr marL="1727200" indent="-355600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4pPr>
            <a:lvl5pPr marL="2184400" indent="-355600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5pPr>
          </a:lstStyle>
          <a:p>
            <a:pPr/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403" name="PlaceHolder 4"/>
          <p:cNvSpPr/>
          <p:nvPr>
            <p:ph type="body" sz="half" idx="21"/>
          </p:nvPr>
        </p:nvSpPr>
        <p:spPr>
          <a:xfrm>
            <a:off x="4674239" y="1604519"/>
            <a:ext cx="4015800" cy="3977283"/>
          </a:xfrm>
          <a:prstGeom prst="rect">
            <a:avLst/>
          </a:prstGeom>
        </p:spPr>
        <p:txBody>
          <a:bodyPr anchor="t"/>
          <a:lstStyle/>
          <a:p>
            <a:pPr>
              <a:defRPr spc="-100"/>
            </a:pPr>
          </a:p>
        </p:txBody>
      </p:sp>
      <p:sp>
        <p:nvSpPr>
          <p:cNvPr id="404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1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rcRect l="2922" t="16663" r="3649" b="0"/>
          <a:stretch>
            <a:fillRect/>
          </a:stretch>
        </p:blipFill>
        <p:spPr>
          <a:xfrm>
            <a:off x="-2" y="-2"/>
            <a:ext cx="9143284" cy="1428124"/>
          </a:xfrm>
          <a:prstGeom prst="rect">
            <a:avLst/>
          </a:prstGeom>
          <a:ln w="12700">
            <a:miter lim="400000"/>
          </a:ln>
          <a:effectLst>
            <a:reflection blurRad="0" stA="38000" stPos="0" endA="0" endPos="40000" dist="0" dir="5400000" fadeDir="5400000" sx="100000" sy="-100000" kx="0" ky="0" algn="bl" rotWithShape="0"/>
          </a:effectLst>
        </p:spPr>
      </p:pic>
      <p:pic>
        <p:nvPicPr>
          <p:cNvPr id="412" name="Picture 3" descr="Picture 3"/>
          <p:cNvPicPr>
            <a:picLocks noChangeAspect="1"/>
          </p:cNvPicPr>
          <p:nvPr/>
        </p:nvPicPr>
        <p:blipFill>
          <a:blip r:embed="rId3">
            <a:extLst/>
          </a:blip>
          <a:srcRect l="11538" t="0" r="0" b="11937"/>
          <a:stretch>
            <a:fillRect/>
          </a:stretch>
        </p:blipFill>
        <p:spPr>
          <a:xfrm>
            <a:off x="0" y="5357879"/>
            <a:ext cx="3285360" cy="1499402"/>
          </a:xfrm>
          <a:prstGeom prst="rect">
            <a:avLst/>
          </a:prstGeom>
          <a:ln w="12700">
            <a:miter lim="400000"/>
          </a:ln>
        </p:spPr>
      </p:pic>
      <p:pic>
        <p:nvPicPr>
          <p:cNvPr id="413" name="Picture 2" descr="Picture 2"/>
          <p:cNvPicPr>
            <a:picLocks noChangeAspect="1"/>
          </p:cNvPicPr>
          <p:nvPr/>
        </p:nvPicPr>
        <p:blipFill>
          <a:blip r:embed="rId4">
            <a:extLst/>
          </a:blip>
          <a:srcRect l="11854" t="0" r="0" b="0"/>
          <a:stretch>
            <a:fillRect/>
          </a:stretch>
        </p:blipFill>
        <p:spPr>
          <a:xfrm>
            <a:off x="8215559" y="5175360"/>
            <a:ext cx="928082" cy="1681922"/>
          </a:xfrm>
          <a:prstGeom prst="rect">
            <a:avLst/>
          </a:prstGeom>
          <a:ln w="12700">
            <a:miter lim="400000"/>
          </a:ln>
        </p:spPr>
      </p:pic>
      <p:sp>
        <p:nvSpPr>
          <p:cNvPr id="414" name="Текст заголовка"/>
          <p:cNvSpPr txBox="1"/>
          <p:nvPr>
            <p:ph type="title"/>
          </p:nvPr>
        </p:nvSpPr>
        <p:spPr>
          <a:xfrm>
            <a:off x="457200" y="222840"/>
            <a:ext cx="8229242" cy="1246681"/>
          </a:xfrm>
          <a:prstGeom prst="rect">
            <a:avLst/>
          </a:prstGeom>
        </p:spPr>
        <p:txBody>
          <a:bodyPr>
            <a:normAutofit fontScale="100000" lnSpcReduction="0"/>
          </a:bodyPr>
          <a:lstStyle>
            <a:lvl1pPr>
              <a:defRPr spc="0" sz="4400"/>
            </a:lvl1pPr>
          </a:lstStyle>
          <a:p>
            <a:pPr/>
            <a:r>
              <a:t>Текст заголовка</a:t>
            </a:r>
          </a:p>
        </p:txBody>
      </p:sp>
      <p:sp>
        <p:nvSpPr>
          <p:cNvPr id="415" name="Уровень текста 1…"/>
          <p:cNvSpPr txBox="1"/>
          <p:nvPr>
            <p:ph type="body" sz="half" idx="1"/>
          </p:nvPr>
        </p:nvSpPr>
        <p:spPr>
          <a:xfrm>
            <a:off x="457200" y="1604519"/>
            <a:ext cx="4015800" cy="3977283"/>
          </a:xfrm>
          <a:prstGeom prst="rect">
            <a:avLst/>
          </a:prstGeom>
        </p:spPr>
        <p:txBody>
          <a:bodyPr anchor="t"/>
          <a:lstStyle>
            <a:lvl1pPr marL="228600" indent="-228600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1pPr>
            <a:lvl2pPr marL="723900" indent="-266700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2pPr>
            <a:lvl3pPr marL="1234438" indent="-320038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3pPr>
            <a:lvl4pPr marL="1727200" indent="-355600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4pPr>
            <a:lvl5pPr marL="2184400" indent="-355600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5pPr>
          </a:lstStyle>
          <a:p>
            <a:pPr/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416" name="PlaceHolder 4"/>
          <p:cNvSpPr/>
          <p:nvPr>
            <p:ph type="body" sz="quarter" idx="21"/>
          </p:nvPr>
        </p:nvSpPr>
        <p:spPr>
          <a:xfrm>
            <a:off x="4674239" y="3682079"/>
            <a:ext cx="4015800" cy="1896842"/>
          </a:xfrm>
          <a:prstGeom prst="rect">
            <a:avLst/>
          </a:prstGeom>
        </p:spPr>
        <p:txBody>
          <a:bodyPr anchor="t"/>
          <a:lstStyle/>
          <a:p>
            <a:pPr>
              <a:defRPr spc="-100"/>
            </a:pPr>
          </a:p>
        </p:txBody>
      </p:sp>
      <p:sp>
        <p:nvSpPr>
          <p:cNvPr id="417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4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rcRect l="2922" t="16663" r="3649" b="0"/>
          <a:stretch>
            <a:fillRect/>
          </a:stretch>
        </p:blipFill>
        <p:spPr>
          <a:xfrm>
            <a:off x="-2" y="-2"/>
            <a:ext cx="9143284" cy="1428124"/>
          </a:xfrm>
          <a:prstGeom prst="rect">
            <a:avLst/>
          </a:prstGeom>
          <a:ln w="12700">
            <a:miter lim="400000"/>
          </a:ln>
          <a:effectLst>
            <a:reflection blurRad="0" stA="38000" stPos="0" endA="0" endPos="40000" dist="0" dir="5400000" fadeDir="5400000" sx="100000" sy="-100000" kx="0" ky="0" algn="bl" rotWithShape="0"/>
          </a:effectLst>
        </p:spPr>
      </p:pic>
      <p:pic>
        <p:nvPicPr>
          <p:cNvPr id="425" name="Picture 3" descr="Picture 3"/>
          <p:cNvPicPr>
            <a:picLocks noChangeAspect="1"/>
          </p:cNvPicPr>
          <p:nvPr/>
        </p:nvPicPr>
        <p:blipFill>
          <a:blip r:embed="rId3">
            <a:extLst/>
          </a:blip>
          <a:srcRect l="11538" t="0" r="0" b="11937"/>
          <a:stretch>
            <a:fillRect/>
          </a:stretch>
        </p:blipFill>
        <p:spPr>
          <a:xfrm>
            <a:off x="0" y="5357879"/>
            <a:ext cx="3285360" cy="1499402"/>
          </a:xfrm>
          <a:prstGeom prst="rect">
            <a:avLst/>
          </a:prstGeom>
          <a:ln w="12700">
            <a:miter lim="400000"/>
          </a:ln>
        </p:spPr>
      </p:pic>
      <p:pic>
        <p:nvPicPr>
          <p:cNvPr id="426" name="Picture 2" descr="Picture 2"/>
          <p:cNvPicPr>
            <a:picLocks noChangeAspect="1"/>
          </p:cNvPicPr>
          <p:nvPr/>
        </p:nvPicPr>
        <p:blipFill>
          <a:blip r:embed="rId4">
            <a:extLst/>
          </a:blip>
          <a:srcRect l="11854" t="0" r="0" b="0"/>
          <a:stretch>
            <a:fillRect/>
          </a:stretch>
        </p:blipFill>
        <p:spPr>
          <a:xfrm>
            <a:off x="8215559" y="5175360"/>
            <a:ext cx="928082" cy="1681922"/>
          </a:xfrm>
          <a:prstGeom prst="rect">
            <a:avLst/>
          </a:prstGeom>
          <a:ln w="12700">
            <a:miter lim="400000"/>
          </a:ln>
        </p:spPr>
      </p:pic>
      <p:sp>
        <p:nvSpPr>
          <p:cNvPr id="427" name="Текст заголовка"/>
          <p:cNvSpPr txBox="1"/>
          <p:nvPr>
            <p:ph type="title"/>
          </p:nvPr>
        </p:nvSpPr>
        <p:spPr>
          <a:xfrm>
            <a:off x="457200" y="222840"/>
            <a:ext cx="8229242" cy="1246681"/>
          </a:xfrm>
          <a:prstGeom prst="rect">
            <a:avLst/>
          </a:prstGeom>
        </p:spPr>
        <p:txBody>
          <a:bodyPr>
            <a:normAutofit fontScale="100000" lnSpcReduction="0"/>
          </a:bodyPr>
          <a:lstStyle>
            <a:lvl1pPr>
              <a:defRPr spc="0" sz="4400"/>
            </a:lvl1pPr>
          </a:lstStyle>
          <a:p>
            <a:pPr/>
            <a:r>
              <a:t>Текст заголовка</a:t>
            </a:r>
          </a:p>
        </p:txBody>
      </p:sp>
      <p:sp>
        <p:nvSpPr>
          <p:cNvPr id="428" name="Уровень текста 1…"/>
          <p:cNvSpPr txBox="1"/>
          <p:nvPr>
            <p:ph type="body" sz="quarter" idx="1"/>
          </p:nvPr>
        </p:nvSpPr>
        <p:spPr>
          <a:xfrm>
            <a:off x="457200" y="1604519"/>
            <a:ext cx="4015800" cy="1896842"/>
          </a:xfrm>
          <a:prstGeom prst="rect">
            <a:avLst/>
          </a:prstGeom>
        </p:spPr>
        <p:txBody>
          <a:bodyPr anchor="t"/>
          <a:lstStyle>
            <a:lvl1pPr marL="228600" indent="-228600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1pPr>
            <a:lvl2pPr marL="723900" indent="-266700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2pPr>
            <a:lvl3pPr marL="1234438" indent="-320038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3pPr>
            <a:lvl4pPr marL="1727200" indent="-355600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4pPr>
            <a:lvl5pPr marL="2184400" indent="-355600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5pPr>
          </a:lstStyle>
          <a:p>
            <a:pPr/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429" name="PlaceHolder 4"/>
          <p:cNvSpPr/>
          <p:nvPr>
            <p:ph type="body" sz="half" idx="21"/>
          </p:nvPr>
        </p:nvSpPr>
        <p:spPr>
          <a:xfrm>
            <a:off x="457199" y="3682079"/>
            <a:ext cx="8229242" cy="1896842"/>
          </a:xfrm>
          <a:prstGeom prst="rect">
            <a:avLst/>
          </a:prstGeom>
        </p:spPr>
        <p:txBody>
          <a:bodyPr anchor="t"/>
          <a:lstStyle/>
          <a:p>
            <a:pPr>
              <a:defRPr spc="-100"/>
            </a:pPr>
          </a:p>
        </p:txBody>
      </p:sp>
      <p:sp>
        <p:nvSpPr>
          <p:cNvPr id="430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7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rcRect l="2922" t="16663" r="3649" b="0"/>
          <a:stretch>
            <a:fillRect/>
          </a:stretch>
        </p:blipFill>
        <p:spPr>
          <a:xfrm>
            <a:off x="-2" y="-2"/>
            <a:ext cx="9143284" cy="1428124"/>
          </a:xfrm>
          <a:prstGeom prst="rect">
            <a:avLst/>
          </a:prstGeom>
          <a:ln w="12700">
            <a:miter lim="400000"/>
          </a:ln>
          <a:effectLst>
            <a:reflection blurRad="0" stA="38000" stPos="0" endA="0" endPos="40000" dist="0" dir="5400000" fadeDir="5400000" sx="100000" sy="-100000" kx="0" ky="0" algn="bl" rotWithShape="0"/>
          </a:effectLst>
        </p:spPr>
      </p:pic>
      <p:pic>
        <p:nvPicPr>
          <p:cNvPr id="438" name="Picture 3" descr="Picture 3"/>
          <p:cNvPicPr>
            <a:picLocks noChangeAspect="1"/>
          </p:cNvPicPr>
          <p:nvPr/>
        </p:nvPicPr>
        <p:blipFill>
          <a:blip r:embed="rId3">
            <a:extLst/>
          </a:blip>
          <a:srcRect l="11538" t="0" r="0" b="11937"/>
          <a:stretch>
            <a:fillRect/>
          </a:stretch>
        </p:blipFill>
        <p:spPr>
          <a:xfrm>
            <a:off x="0" y="5357879"/>
            <a:ext cx="3285360" cy="1499402"/>
          </a:xfrm>
          <a:prstGeom prst="rect">
            <a:avLst/>
          </a:prstGeom>
          <a:ln w="12700">
            <a:miter lim="400000"/>
          </a:ln>
        </p:spPr>
      </p:pic>
      <p:pic>
        <p:nvPicPr>
          <p:cNvPr id="439" name="Picture 2" descr="Picture 2"/>
          <p:cNvPicPr>
            <a:picLocks noChangeAspect="1"/>
          </p:cNvPicPr>
          <p:nvPr/>
        </p:nvPicPr>
        <p:blipFill>
          <a:blip r:embed="rId4">
            <a:extLst/>
          </a:blip>
          <a:srcRect l="11854" t="0" r="0" b="0"/>
          <a:stretch>
            <a:fillRect/>
          </a:stretch>
        </p:blipFill>
        <p:spPr>
          <a:xfrm>
            <a:off x="8215559" y="5175360"/>
            <a:ext cx="928082" cy="1681922"/>
          </a:xfrm>
          <a:prstGeom prst="rect">
            <a:avLst/>
          </a:prstGeom>
          <a:ln w="12700">
            <a:miter lim="400000"/>
          </a:ln>
        </p:spPr>
      </p:pic>
      <p:sp>
        <p:nvSpPr>
          <p:cNvPr id="440" name="Текст заголовка"/>
          <p:cNvSpPr txBox="1"/>
          <p:nvPr>
            <p:ph type="title"/>
          </p:nvPr>
        </p:nvSpPr>
        <p:spPr>
          <a:xfrm>
            <a:off x="457200" y="222840"/>
            <a:ext cx="8229242" cy="1246681"/>
          </a:xfrm>
          <a:prstGeom prst="rect">
            <a:avLst/>
          </a:prstGeom>
        </p:spPr>
        <p:txBody>
          <a:bodyPr>
            <a:normAutofit fontScale="100000" lnSpcReduction="0"/>
          </a:bodyPr>
          <a:lstStyle>
            <a:lvl1pPr>
              <a:defRPr spc="0" sz="4400"/>
            </a:lvl1pPr>
          </a:lstStyle>
          <a:p>
            <a:pPr/>
            <a:r>
              <a:t>Текст заголовка</a:t>
            </a:r>
          </a:p>
        </p:txBody>
      </p:sp>
      <p:sp>
        <p:nvSpPr>
          <p:cNvPr id="441" name="Уровень текста 1…"/>
          <p:cNvSpPr txBox="1"/>
          <p:nvPr>
            <p:ph type="body" sz="half" idx="1"/>
          </p:nvPr>
        </p:nvSpPr>
        <p:spPr>
          <a:xfrm>
            <a:off x="457200" y="1604519"/>
            <a:ext cx="8229242" cy="1896842"/>
          </a:xfrm>
          <a:prstGeom prst="rect">
            <a:avLst/>
          </a:prstGeom>
        </p:spPr>
        <p:txBody>
          <a:bodyPr anchor="t"/>
          <a:lstStyle>
            <a:lvl1pPr marL="228600" indent="-228600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1pPr>
            <a:lvl2pPr marL="723900" indent="-266700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2pPr>
            <a:lvl3pPr marL="1234438" indent="-320038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3pPr>
            <a:lvl4pPr marL="1727200" indent="-355600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4pPr>
            <a:lvl5pPr marL="2184400" indent="-355600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5pPr>
          </a:lstStyle>
          <a:p>
            <a:pPr/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442" name="PlaceHolder 3"/>
          <p:cNvSpPr/>
          <p:nvPr>
            <p:ph type="body" sz="half" idx="21"/>
          </p:nvPr>
        </p:nvSpPr>
        <p:spPr>
          <a:xfrm>
            <a:off x="457199" y="3682079"/>
            <a:ext cx="8229242" cy="1896842"/>
          </a:xfrm>
          <a:prstGeom prst="rect">
            <a:avLst/>
          </a:prstGeom>
        </p:spPr>
        <p:txBody>
          <a:bodyPr anchor="t"/>
          <a:lstStyle/>
          <a:p>
            <a:pPr>
              <a:defRPr spc="-100"/>
            </a:pPr>
          </a:p>
        </p:txBody>
      </p:sp>
      <p:sp>
        <p:nvSpPr>
          <p:cNvPr id="443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0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rcRect l="2922" t="16663" r="3649" b="0"/>
          <a:stretch>
            <a:fillRect/>
          </a:stretch>
        </p:blipFill>
        <p:spPr>
          <a:xfrm>
            <a:off x="-2" y="-2"/>
            <a:ext cx="9143284" cy="1428124"/>
          </a:xfrm>
          <a:prstGeom prst="rect">
            <a:avLst/>
          </a:prstGeom>
          <a:ln w="12700">
            <a:miter lim="400000"/>
          </a:ln>
          <a:effectLst>
            <a:reflection blurRad="0" stA="38000" stPos="0" endA="0" endPos="40000" dist="0" dir="5400000" fadeDir="5400000" sx="100000" sy="-100000" kx="0" ky="0" algn="bl" rotWithShape="0"/>
          </a:effectLst>
        </p:spPr>
      </p:pic>
      <p:pic>
        <p:nvPicPr>
          <p:cNvPr id="451" name="Picture 3" descr="Picture 3"/>
          <p:cNvPicPr>
            <a:picLocks noChangeAspect="1"/>
          </p:cNvPicPr>
          <p:nvPr/>
        </p:nvPicPr>
        <p:blipFill>
          <a:blip r:embed="rId3">
            <a:extLst/>
          </a:blip>
          <a:srcRect l="11538" t="0" r="0" b="11937"/>
          <a:stretch>
            <a:fillRect/>
          </a:stretch>
        </p:blipFill>
        <p:spPr>
          <a:xfrm>
            <a:off x="0" y="5357879"/>
            <a:ext cx="3285360" cy="1499402"/>
          </a:xfrm>
          <a:prstGeom prst="rect">
            <a:avLst/>
          </a:prstGeom>
          <a:ln w="12700">
            <a:miter lim="400000"/>
          </a:ln>
        </p:spPr>
      </p:pic>
      <p:pic>
        <p:nvPicPr>
          <p:cNvPr id="452" name="Picture 2" descr="Picture 2"/>
          <p:cNvPicPr>
            <a:picLocks noChangeAspect="1"/>
          </p:cNvPicPr>
          <p:nvPr/>
        </p:nvPicPr>
        <p:blipFill>
          <a:blip r:embed="rId4">
            <a:extLst/>
          </a:blip>
          <a:srcRect l="11854" t="0" r="0" b="0"/>
          <a:stretch>
            <a:fillRect/>
          </a:stretch>
        </p:blipFill>
        <p:spPr>
          <a:xfrm>
            <a:off x="8215559" y="5175360"/>
            <a:ext cx="928082" cy="1681922"/>
          </a:xfrm>
          <a:prstGeom prst="rect">
            <a:avLst/>
          </a:prstGeom>
          <a:ln w="12700">
            <a:miter lim="400000"/>
          </a:ln>
        </p:spPr>
      </p:pic>
      <p:sp>
        <p:nvSpPr>
          <p:cNvPr id="453" name="Текст заголовка"/>
          <p:cNvSpPr txBox="1"/>
          <p:nvPr>
            <p:ph type="title"/>
          </p:nvPr>
        </p:nvSpPr>
        <p:spPr>
          <a:xfrm>
            <a:off x="457200" y="222840"/>
            <a:ext cx="8229242" cy="1246681"/>
          </a:xfrm>
          <a:prstGeom prst="rect">
            <a:avLst/>
          </a:prstGeom>
        </p:spPr>
        <p:txBody>
          <a:bodyPr>
            <a:normAutofit fontScale="100000" lnSpcReduction="0"/>
          </a:bodyPr>
          <a:lstStyle>
            <a:lvl1pPr>
              <a:defRPr spc="0" sz="4400"/>
            </a:lvl1pPr>
          </a:lstStyle>
          <a:p>
            <a:pPr/>
            <a:r>
              <a:t>Текст заголовка</a:t>
            </a:r>
          </a:p>
        </p:txBody>
      </p:sp>
      <p:sp>
        <p:nvSpPr>
          <p:cNvPr id="454" name="Уровень текста 1…"/>
          <p:cNvSpPr txBox="1"/>
          <p:nvPr>
            <p:ph type="body" sz="quarter" idx="1"/>
          </p:nvPr>
        </p:nvSpPr>
        <p:spPr>
          <a:xfrm>
            <a:off x="457200" y="1604519"/>
            <a:ext cx="4015800" cy="1896842"/>
          </a:xfrm>
          <a:prstGeom prst="rect">
            <a:avLst/>
          </a:prstGeom>
        </p:spPr>
        <p:txBody>
          <a:bodyPr anchor="t"/>
          <a:lstStyle>
            <a:lvl1pPr marL="228600" indent="-228600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1pPr>
            <a:lvl2pPr marL="723900" indent="-266700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2pPr>
            <a:lvl3pPr marL="1234438" indent="-320038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3pPr>
            <a:lvl4pPr marL="1727200" indent="-355600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4pPr>
            <a:lvl5pPr marL="2184400" indent="-355600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5pPr>
          </a:lstStyle>
          <a:p>
            <a:pPr/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455" name="PlaceHolder 5"/>
          <p:cNvSpPr/>
          <p:nvPr>
            <p:ph type="body" sz="quarter" idx="21"/>
          </p:nvPr>
        </p:nvSpPr>
        <p:spPr>
          <a:xfrm>
            <a:off x="457198" y="3682079"/>
            <a:ext cx="4015802" cy="1896842"/>
          </a:xfrm>
          <a:prstGeom prst="rect">
            <a:avLst/>
          </a:prstGeom>
        </p:spPr>
        <p:txBody>
          <a:bodyPr anchor="t"/>
          <a:lstStyle/>
          <a:p>
            <a:pPr>
              <a:defRPr spc="-100"/>
            </a:pPr>
          </a:p>
        </p:txBody>
      </p:sp>
      <p:sp>
        <p:nvSpPr>
          <p:cNvPr id="456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3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rcRect l="2922" t="16663" r="3649" b="0"/>
          <a:stretch>
            <a:fillRect/>
          </a:stretch>
        </p:blipFill>
        <p:spPr>
          <a:xfrm>
            <a:off x="-2" y="-2"/>
            <a:ext cx="9143284" cy="1428124"/>
          </a:xfrm>
          <a:prstGeom prst="rect">
            <a:avLst/>
          </a:prstGeom>
          <a:ln w="12700">
            <a:miter lim="400000"/>
          </a:ln>
          <a:effectLst>
            <a:reflection blurRad="0" stA="38000" stPos="0" endA="0" endPos="40000" dist="0" dir="5400000" fadeDir="5400000" sx="100000" sy="-100000" kx="0" ky="0" algn="bl" rotWithShape="0"/>
          </a:effectLst>
        </p:spPr>
      </p:pic>
      <p:pic>
        <p:nvPicPr>
          <p:cNvPr id="464" name="Picture 3" descr="Picture 3"/>
          <p:cNvPicPr>
            <a:picLocks noChangeAspect="1"/>
          </p:cNvPicPr>
          <p:nvPr/>
        </p:nvPicPr>
        <p:blipFill>
          <a:blip r:embed="rId3">
            <a:extLst/>
          </a:blip>
          <a:srcRect l="11538" t="0" r="0" b="11937"/>
          <a:stretch>
            <a:fillRect/>
          </a:stretch>
        </p:blipFill>
        <p:spPr>
          <a:xfrm>
            <a:off x="0" y="5357879"/>
            <a:ext cx="3285360" cy="1499402"/>
          </a:xfrm>
          <a:prstGeom prst="rect">
            <a:avLst/>
          </a:prstGeom>
          <a:ln w="12700">
            <a:miter lim="400000"/>
          </a:ln>
        </p:spPr>
      </p:pic>
      <p:pic>
        <p:nvPicPr>
          <p:cNvPr id="465" name="Picture 2" descr="Picture 2"/>
          <p:cNvPicPr>
            <a:picLocks noChangeAspect="1"/>
          </p:cNvPicPr>
          <p:nvPr/>
        </p:nvPicPr>
        <p:blipFill>
          <a:blip r:embed="rId4">
            <a:extLst/>
          </a:blip>
          <a:srcRect l="11854" t="0" r="0" b="0"/>
          <a:stretch>
            <a:fillRect/>
          </a:stretch>
        </p:blipFill>
        <p:spPr>
          <a:xfrm>
            <a:off x="8215559" y="5175360"/>
            <a:ext cx="928082" cy="1681922"/>
          </a:xfrm>
          <a:prstGeom prst="rect">
            <a:avLst/>
          </a:prstGeom>
          <a:ln w="12700">
            <a:miter lim="400000"/>
          </a:ln>
        </p:spPr>
      </p:pic>
      <p:sp>
        <p:nvSpPr>
          <p:cNvPr id="466" name="Текст заголовка"/>
          <p:cNvSpPr txBox="1"/>
          <p:nvPr>
            <p:ph type="title"/>
          </p:nvPr>
        </p:nvSpPr>
        <p:spPr>
          <a:xfrm>
            <a:off x="457200" y="222840"/>
            <a:ext cx="8229242" cy="1246681"/>
          </a:xfrm>
          <a:prstGeom prst="rect">
            <a:avLst/>
          </a:prstGeom>
        </p:spPr>
        <p:txBody>
          <a:bodyPr>
            <a:normAutofit fontScale="100000" lnSpcReduction="0"/>
          </a:bodyPr>
          <a:lstStyle>
            <a:lvl1pPr>
              <a:defRPr spc="0" sz="4400"/>
            </a:lvl1pPr>
          </a:lstStyle>
          <a:p>
            <a:pPr/>
            <a:r>
              <a:t>Текст заголовка</a:t>
            </a:r>
          </a:p>
        </p:txBody>
      </p:sp>
      <p:sp>
        <p:nvSpPr>
          <p:cNvPr id="467" name="Уровень текста 1…"/>
          <p:cNvSpPr txBox="1"/>
          <p:nvPr>
            <p:ph type="body" sz="quarter" idx="1"/>
          </p:nvPr>
        </p:nvSpPr>
        <p:spPr>
          <a:xfrm>
            <a:off x="457200" y="1604519"/>
            <a:ext cx="2649602" cy="1896842"/>
          </a:xfrm>
          <a:prstGeom prst="rect">
            <a:avLst/>
          </a:prstGeom>
        </p:spPr>
        <p:txBody>
          <a:bodyPr anchor="t"/>
          <a:lstStyle>
            <a:lvl1pPr marL="228600" indent="-228600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1pPr>
            <a:lvl2pPr marL="723900" indent="-266700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2pPr>
            <a:lvl3pPr marL="1234438" indent="-320038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3pPr>
            <a:lvl4pPr marL="1727200" indent="-355600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4pPr>
            <a:lvl5pPr marL="2184400" indent="-355600">
              <a:spcBef>
                <a:spcPts val="1000"/>
              </a:spcBef>
              <a:buClrTx/>
              <a:buSzPct val="100000"/>
              <a:buFont typeface="Arial"/>
              <a:buChar char="•"/>
              <a:defRPr spc="0" sz="2800"/>
            </a:lvl5pPr>
          </a:lstStyle>
          <a:p>
            <a:pPr/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468" name="PlaceHolder 7"/>
          <p:cNvSpPr/>
          <p:nvPr>
            <p:ph type="body" sz="quarter" idx="21"/>
          </p:nvPr>
        </p:nvSpPr>
        <p:spPr>
          <a:xfrm>
            <a:off x="457198" y="3682079"/>
            <a:ext cx="2649603" cy="1896842"/>
          </a:xfrm>
          <a:prstGeom prst="rect">
            <a:avLst/>
          </a:prstGeom>
        </p:spPr>
        <p:txBody>
          <a:bodyPr anchor="t"/>
          <a:lstStyle/>
          <a:p>
            <a:pPr>
              <a:defRPr spc="-100"/>
            </a:pPr>
          </a:p>
        </p:txBody>
      </p:sp>
      <p:sp>
        <p:nvSpPr>
          <p:cNvPr id="469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1.xml"/><Relationship Id="rId7" Type="http://schemas.openxmlformats.org/officeDocument/2006/relationships/slideLayout" Target="../slideLayouts/slideLayout2.xml"/><Relationship Id="rId8" Type="http://schemas.openxmlformats.org/officeDocument/2006/relationships/slideLayout" Target="../slideLayouts/slideLayout3.xml"/><Relationship Id="rId9" Type="http://schemas.openxmlformats.org/officeDocument/2006/relationships/slideLayout" Target="../slideLayouts/slideLayout4.xml"/><Relationship Id="rId10" Type="http://schemas.openxmlformats.org/officeDocument/2006/relationships/slideLayout" Target="../slideLayouts/slideLayout5.xml"/><Relationship Id="rId11" Type="http://schemas.openxmlformats.org/officeDocument/2006/relationships/slideLayout" Target="../slideLayouts/slideLayout6.xml"/><Relationship Id="rId12" Type="http://schemas.openxmlformats.org/officeDocument/2006/relationships/slideLayout" Target="../slideLayouts/slideLayout7.xml"/><Relationship Id="rId13" Type="http://schemas.openxmlformats.org/officeDocument/2006/relationships/slideLayout" Target="../slideLayouts/slideLayout8.xml"/><Relationship Id="rId14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0.xml"/><Relationship Id="rId16" Type="http://schemas.openxmlformats.org/officeDocument/2006/relationships/slideLayout" Target="../slideLayouts/slideLayout11.xml"/><Relationship Id="rId17" Type="http://schemas.openxmlformats.org/officeDocument/2006/relationships/slideLayout" Target="../slideLayouts/slideLayout12.xml"/><Relationship Id="rId18" Type="http://schemas.openxmlformats.org/officeDocument/2006/relationships/slideLayout" Target="../slideLayouts/slideLayout13.xml"/><Relationship Id="rId19" Type="http://schemas.openxmlformats.org/officeDocument/2006/relationships/slideLayout" Target="../slideLayouts/slideLayout14.xml"/><Relationship Id="rId20" Type="http://schemas.openxmlformats.org/officeDocument/2006/relationships/slideLayout" Target="../slideLayouts/slideLayout15.xml"/><Relationship Id="rId21" Type="http://schemas.openxmlformats.org/officeDocument/2006/relationships/slideLayout" Target="../slideLayouts/slideLayout16.xml"/><Relationship Id="rId22" Type="http://schemas.openxmlformats.org/officeDocument/2006/relationships/slideLayout" Target="../slideLayouts/slideLayout17.xml"/><Relationship Id="rId23" Type="http://schemas.openxmlformats.org/officeDocument/2006/relationships/slideLayout" Target="../slideLayouts/slideLayout18.xml"/><Relationship Id="rId24" Type="http://schemas.openxmlformats.org/officeDocument/2006/relationships/slideLayout" Target="../slideLayouts/slideLayout19.xml"/><Relationship Id="rId25" Type="http://schemas.openxmlformats.org/officeDocument/2006/relationships/slideLayout" Target="../slideLayouts/slideLayout20.xml"/><Relationship Id="rId26" Type="http://schemas.openxmlformats.org/officeDocument/2006/relationships/slideLayout" Target="../slideLayouts/slideLayout21.xml"/><Relationship Id="rId27" Type="http://schemas.openxmlformats.org/officeDocument/2006/relationships/slideLayout" Target="../slideLayouts/slideLayout22.xml"/><Relationship Id="rId28" Type="http://schemas.openxmlformats.org/officeDocument/2006/relationships/slideLayout" Target="../slideLayouts/slideLayout23.xml"/><Relationship Id="rId29" Type="http://schemas.openxmlformats.org/officeDocument/2006/relationships/slideLayout" Target="../slideLayouts/slideLayout24.xml"/><Relationship Id="rId30" Type="http://schemas.openxmlformats.org/officeDocument/2006/relationships/slideLayout" Target="../slideLayouts/slideLayout25.xml"/><Relationship Id="rId31" Type="http://schemas.openxmlformats.org/officeDocument/2006/relationships/slideLayout" Target="../slideLayouts/slideLayout26.xml"/><Relationship Id="rId32" Type="http://schemas.openxmlformats.org/officeDocument/2006/relationships/slideLayout" Target="../slideLayouts/slideLayout27.xml"/><Relationship Id="rId33" Type="http://schemas.openxmlformats.org/officeDocument/2006/relationships/slideLayout" Target="../slideLayouts/slideLayout28.xml"/><Relationship Id="rId34" Type="http://schemas.openxmlformats.org/officeDocument/2006/relationships/slideLayout" Target="../slideLayouts/slideLayout29.xml"/><Relationship Id="rId35" Type="http://schemas.openxmlformats.org/officeDocument/2006/relationships/slideLayout" Target="../slideLayouts/slideLayout30.xml"/><Relationship Id="rId36" Type="http://schemas.openxmlformats.org/officeDocument/2006/relationships/slideLayout" Target="../slideLayouts/slideLayout31.xml"/><Relationship Id="rId37" Type="http://schemas.openxmlformats.org/officeDocument/2006/relationships/slideLayout" Target="../slideLayouts/slideLayout32.xml"/><Relationship Id="rId38" Type="http://schemas.openxmlformats.org/officeDocument/2006/relationships/slideLayout" Target="../slideLayouts/slideLayout33.xml"/><Relationship Id="rId39" Type="http://schemas.openxmlformats.org/officeDocument/2006/relationships/slideLayout" Target="../slideLayouts/slideLayout34.xml"/><Relationship Id="rId40" Type="http://schemas.openxmlformats.org/officeDocument/2006/relationships/slideLayout" Target="../slideLayouts/slideLayout35.xml"/><Relationship Id="rId41" Type="http://schemas.openxmlformats.org/officeDocument/2006/relationships/slideLayout" Target="../slideLayouts/slideLayout36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blipFill rotWithShape="1">
          <a:blip r:embed="rId2"/>
          <a:srcRect l="0" t="0" r="0" b="0"/>
          <a:tile tx="0" ty="0" sx="100000" sy="100000" flip="none" algn="tl"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4" descr="Picture 4"/>
          <p:cNvPicPr>
            <a:picLocks noChangeAspect="1"/>
          </p:cNvPicPr>
          <p:nvPr/>
        </p:nvPicPr>
        <p:blipFill>
          <a:blip r:embed="rId3">
            <a:extLst/>
          </a:blip>
          <a:srcRect l="2922" t="16663" r="3649" b="0"/>
          <a:stretch>
            <a:fillRect/>
          </a:stretch>
        </p:blipFill>
        <p:spPr>
          <a:xfrm>
            <a:off x="-2" y="-2"/>
            <a:ext cx="9143284" cy="1428124"/>
          </a:xfrm>
          <a:prstGeom prst="rect">
            <a:avLst/>
          </a:prstGeom>
          <a:ln w="12700">
            <a:miter lim="400000"/>
          </a:ln>
          <a:effectLst>
            <a:reflection blurRad="0" stA="38000" stPos="0" endA="0" endPos="40000" dist="0" dir="5400000" fadeDir="5400000" sx="100000" sy="-100000" kx="0" ky="0" algn="bl" rotWithShape="0"/>
          </a:effectLst>
        </p:spPr>
      </p:pic>
      <p:pic>
        <p:nvPicPr>
          <p:cNvPr id="3" name="Picture 3" descr="Picture 3"/>
          <p:cNvPicPr>
            <a:picLocks noChangeAspect="1"/>
          </p:cNvPicPr>
          <p:nvPr/>
        </p:nvPicPr>
        <p:blipFill>
          <a:blip r:embed="rId4">
            <a:extLst/>
          </a:blip>
          <a:srcRect l="11538" t="0" r="0" b="11937"/>
          <a:stretch>
            <a:fillRect/>
          </a:stretch>
        </p:blipFill>
        <p:spPr>
          <a:xfrm>
            <a:off x="0" y="5357879"/>
            <a:ext cx="3285360" cy="1499402"/>
          </a:xfrm>
          <a:prstGeom prst="rect">
            <a:avLst/>
          </a:prstGeom>
          <a:ln w="12700">
            <a:miter lim="400000"/>
          </a:ln>
        </p:spPr>
      </p:pic>
      <p:pic>
        <p:nvPicPr>
          <p:cNvPr id="4" name="Picture 2" descr="Picture 2"/>
          <p:cNvPicPr>
            <a:picLocks noChangeAspect="1"/>
          </p:cNvPicPr>
          <p:nvPr/>
        </p:nvPicPr>
        <p:blipFill>
          <a:blip r:embed="rId5">
            <a:extLst/>
          </a:blip>
          <a:srcRect l="11854" t="0" r="0" b="0"/>
          <a:stretch>
            <a:fillRect/>
          </a:stretch>
        </p:blipFill>
        <p:spPr>
          <a:xfrm>
            <a:off x="8215559" y="5175360"/>
            <a:ext cx="928082" cy="1681922"/>
          </a:xfrm>
          <a:prstGeom prst="rect">
            <a:avLst/>
          </a:prstGeom>
          <a:ln w="12700">
            <a:miter lim="400000"/>
          </a:ln>
        </p:spPr>
      </p:pic>
      <p:pic>
        <p:nvPicPr>
          <p:cNvPr id="5" name="Picture 3" descr="Picture 3"/>
          <p:cNvPicPr>
            <a:picLocks noChangeAspect="1"/>
          </p:cNvPicPr>
          <p:nvPr/>
        </p:nvPicPr>
        <p:blipFill>
          <a:blip r:embed="rId4">
            <a:extLst/>
          </a:blip>
          <a:srcRect l="11538" t="0" r="0" b="11937"/>
          <a:stretch>
            <a:fillRect/>
          </a:stretch>
        </p:blipFill>
        <p:spPr>
          <a:xfrm>
            <a:off x="0" y="5357879"/>
            <a:ext cx="3285360" cy="1499402"/>
          </a:xfrm>
          <a:prstGeom prst="rect">
            <a:avLst/>
          </a:prstGeom>
          <a:ln w="12700">
            <a:miter lim="400000"/>
          </a:ln>
        </p:spPr>
      </p:pic>
      <p:pic>
        <p:nvPicPr>
          <p:cNvPr id="6" name="Picture 2" descr="Picture 2"/>
          <p:cNvPicPr>
            <a:picLocks noChangeAspect="1"/>
          </p:cNvPicPr>
          <p:nvPr/>
        </p:nvPicPr>
        <p:blipFill>
          <a:blip r:embed="rId5">
            <a:extLst/>
          </a:blip>
          <a:srcRect l="11854" t="0" r="0" b="0"/>
          <a:stretch>
            <a:fillRect/>
          </a:stretch>
        </p:blipFill>
        <p:spPr>
          <a:xfrm>
            <a:off x="8215559" y="5175360"/>
            <a:ext cx="928082" cy="1681922"/>
          </a:xfrm>
          <a:prstGeom prst="rect">
            <a:avLst/>
          </a:prstGeom>
          <a:ln w="12700">
            <a:miter lim="400000"/>
          </a:ln>
        </p:spPr>
      </p:pic>
      <p:sp>
        <p:nvSpPr>
          <p:cNvPr id="7" name="Уровень текста 1…"/>
          <p:cNvSpPr txBox="1"/>
          <p:nvPr>
            <p:ph type="body" idx="1"/>
          </p:nvPr>
        </p:nvSpPr>
        <p:spPr>
          <a:xfrm>
            <a:off x="457200" y="273598"/>
            <a:ext cx="8229242" cy="53078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/>
          <a:p>
            <a:pPr/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8" name="Текст заголовка"/>
          <p:cNvSpPr txBox="1"/>
          <p:nvPr>
            <p:ph type="title"/>
          </p:nvPr>
        </p:nvSpPr>
        <p:spPr>
          <a:xfrm>
            <a:off x="1370012" y="1371600"/>
            <a:ext cx="7315201" cy="4651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/>
          <a:p>
            <a:pPr/>
            <a:r>
              <a:t>Текст заголовка</a:t>
            </a:r>
          </a:p>
        </p:txBody>
      </p:sp>
      <p:sp>
        <p:nvSpPr>
          <p:cNvPr id="9" name="Номер слайда"/>
          <p:cNvSpPr txBox="1"/>
          <p:nvPr>
            <p:ph type="sldNum" sz="quarter" idx="2"/>
          </p:nvPr>
        </p:nvSpPr>
        <p:spPr>
          <a:xfrm>
            <a:off x="6279546" y="6224224"/>
            <a:ext cx="273654" cy="264253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>
                <a:latin typeface="+mj-lt"/>
                <a:ea typeface="+mj-ea"/>
                <a:cs typeface="+mj-cs"/>
                <a:sym typeface="Arial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6"/>
    <p:sldLayoutId id="2147483650" r:id="rId7"/>
    <p:sldLayoutId id="2147483651" r:id="rId8"/>
    <p:sldLayoutId id="2147483652" r:id="rId9"/>
    <p:sldLayoutId id="2147483653" r:id="rId10"/>
    <p:sldLayoutId id="2147483654" r:id="rId11"/>
    <p:sldLayoutId id="2147483655" r:id="rId12"/>
    <p:sldLayoutId id="2147483656" r:id="rId13"/>
    <p:sldLayoutId id="2147483657" r:id="rId14"/>
    <p:sldLayoutId id="2147483658" r:id="rId15"/>
    <p:sldLayoutId id="2147483659" r:id="rId16"/>
    <p:sldLayoutId id="2147483660" r:id="rId17"/>
    <p:sldLayoutId id="2147483661" r:id="rId18"/>
    <p:sldLayoutId id="2147483662" r:id="rId19"/>
    <p:sldLayoutId id="2147483663" r:id="rId20"/>
    <p:sldLayoutId id="2147483664" r:id="rId21"/>
    <p:sldLayoutId id="2147483665" r:id="rId22"/>
    <p:sldLayoutId id="2147483666" r:id="rId23"/>
    <p:sldLayoutId id="2147483667" r:id="rId24"/>
    <p:sldLayoutId id="2147483668" r:id="rId25"/>
    <p:sldLayoutId id="2147483669" r:id="rId26"/>
    <p:sldLayoutId id="2147483670" r:id="rId27"/>
    <p:sldLayoutId id="2147483671" r:id="rId28"/>
    <p:sldLayoutId id="2147483672" r:id="rId29"/>
    <p:sldLayoutId id="2147483673" r:id="rId30"/>
    <p:sldLayoutId id="2147483674" r:id="rId31"/>
    <p:sldLayoutId id="2147483675" r:id="rId32"/>
    <p:sldLayoutId id="2147483676" r:id="rId33"/>
    <p:sldLayoutId id="2147483677" r:id="rId34"/>
    <p:sldLayoutId id="2147483678" r:id="rId35"/>
    <p:sldLayoutId id="2147483679" r:id="rId36"/>
    <p:sldLayoutId id="2147483680" r:id="rId37"/>
    <p:sldLayoutId id="2147483681" r:id="rId38"/>
    <p:sldLayoutId id="2147483682" r:id="rId39"/>
    <p:sldLayoutId id="2147483683" r:id="rId40"/>
    <p:sldLayoutId id="2147483684" r:id="rId41"/>
  </p:sldLayoutIdLst>
  <p:transition xmlns:p14="http://schemas.microsoft.com/office/powerpoint/2010/main" spd="med" advClick="1"/>
  <p:txStyles>
    <p:titleStyle>
      <a:lvl1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-1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1pPr>
      <a:lvl2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-1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2pPr>
      <a:lvl3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-1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3pPr>
      <a:lvl4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-1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4pPr>
      <a:lvl5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-1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5pPr>
      <a:lvl6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-1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6pPr>
      <a:lvl7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-1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7pPr>
      <a:lvl8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-1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8pPr>
      <a:lvl9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-1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9pPr>
    </p:titleStyle>
    <p:bodyStyle>
      <a:lvl1pPr marL="431999" marR="0" indent="-323998" algn="l" defTabSz="914400" rtl="0" latinLnBrk="0">
        <a:lnSpc>
          <a:spcPct val="90000"/>
        </a:lnSpc>
        <a:spcBef>
          <a:spcPts val="1400"/>
        </a:spcBef>
        <a:spcAft>
          <a:spcPts val="0"/>
        </a:spcAft>
        <a:buClr>
          <a:srgbClr val="000000"/>
        </a:buClr>
        <a:buSzPct val="45000"/>
        <a:buFontTx/>
        <a:buChar char="●"/>
        <a:tabLst/>
        <a:defRPr b="0" baseline="0" cap="none" i="0" spc="-1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1pPr>
      <a:lvl2pPr marL="910285" marR="0" indent="-370285" algn="l" defTabSz="914400" rtl="0" latinLnBrk="0">
        <a:lnSpc>
          <a:spcPct val="90000"/>
        </a:lnSpc>
        <a:spcBef>
          <a:spcPts val="1400"/>
        </a:spcBef>
        <a:spcAft>
          <a:spcPts val="0"/>
        </a:spcAft>
        <a:buClr>
          <a:srgbClr val="000000"/>
        </a:buClr>
        <a:buSzPct val="75000"/>
        <a:buFontTx/>
        <a:buChar char="−"/>
        <a:tabLst/>
        <a:defRPr b="0" baseline="0" cap="none" i="0" spc="-1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2pPr>
      <a:lvl3pPr marL="1392000" marR="0" indent="-384000" algn="l" defTabSz="914400" rtl="0" latinLnBrk="0">
        <a:lnSpc>
          <a:spcPct val="90000"/>
        </a:lnSpc>
        <a:spcBef>
          <a:spcPts val="1400"/>
        </a:spcBef>
        <a:spcAft>
          <a:spcPts val="0"/>
        </a:spcAft>
        <a:buClr>
          <a:srgbClr val="000000"/>
        </a:buClr>
        <a:buSzPct val="45000"/>
        <a:buFontTx/>
        <a:buChar char="●"/>
        <a:tabLst/>
        <a:defRPr b="0" baseline="0" cap="none" i="0" spc="-1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3pPr>
      <a:lvl4pPr marL="1857599" marR="0" indent="-345600" algn="l" defTabSz="914400" rtl="0" latinLnBrk="0">
        <a:lnSpc>
          <a:spcPct val="90000"/>
        </a:lnSpc>
        <a:spcBef>
          <a:spcPts val="1400"/>
        </a:spcBef>
        <a:spcAft>
          <a:spcPts val="0"/>
        </a:spcAft>
        <a:buClr>
          <a:srgbClr val="000000"/>
        </a:buClr>
        <a:buSzPct val="75000"/>
        <a:buFontTx/>
        <a:buChar char="−"/>
        <a:tabLst/>
        <a:defRPr b="0" baseline="0" cap="none" i="0" spc="-1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4pPr>
      <a:lvl5pPr marL="2289599" marR="0" indent="-345600" algn="l" defTabSz="914400" rtl="0" latinLnBrk="0">
        <a:lnSpc>
          <a:spcPct val="90000"/>
        </a:lnSpc>
        <a:spcBef>
          <a:spcPts val="1400"/>
        </a:spcBef>
        <a:spcAft>
          <a:spcPts val="0"/>
        </a:spcAft>
        <a:buClr>
          <a:srgbClr val="000000"/>
        </a:buClr>
        <a:buSzPct val="45000"/>
        <a:buFontTx/>
        <a:buChar char="●"/>
        <a:tabLst/>
        <a:defRPr b="0" baseline="0" cap="none" i="0" spc="-1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5pPr>
      <a:lvl6pPr marL="2721598" marR="0" indent="-345600" algn="l" defTabSz="914400" rtl="0" latinLnBrk="0">
        <a:lnSpc>
          <a:spcPct val="90000"/>
        </a:lnSpc>
        <a:spcBef>
          <a:spcPts val="1400"/>
        </a:spcBef>
        <a:spcAft>
          <a:spcPts val="0"/>
        </a:spcAft>
        <a:buClr>
          <a:srgbClr val="000000"/>
        </a:buClr>
        <a:buSzPct val="45000"/>
        <a:buFontTx/>
        <a:buChar char="●"/>
        <a:tabLst/>
        <a:defRPr b="0" baseline="0" cap="none" i="0" spc="-1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6pPr>
      <a:lvl7pPr marL="3153598" marR="0" indent="-345600" algn="l" defTabSz="914400" rtl="0" latinLnBrk="0">
        <a:lnSpc>
          <a:spcPct val="90000"/>
        </a:lnSpc>
        <a:spcBef>
          <a:spcPts val="1400"/>
        </a:spcBef>
        <a:spcAft>
          <a:spcPts val="0"/>
        </a:spcAft>
        <a:buClr>
          <a:srgbClr val="000000"/>
        </a:buClr>
        <a:buSzPct val="45000"/>
        <a:buFontTx/>
        <a:buChar char="●"/>
        <a:tabLst/>
        <a:defRPr b="0" baseline="0" cap="none" i="0" spc="-1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7pPr>
      <a:lvl8pPr marL="3606800" marR="0" indent="-406400" algn="l" defTabSz="914400" rtl="0" latinLnBrk="0">
        <a:lnSpc>
          <a:spcPct val="90000"/>
        </a:lnSpc>
        <a:spcBef>
          <a:spcPts val="1400"/>
        </a:spcBef>
        <a:spcAft>
          <a:spcPts val="0"/>
        </a:spcAft>
        <a:buClr>
          <a:srgbClr val="000000"/>
        </a:buClr>
        <a:buSzPct val="100000"/>
        <a:buFontTx/>
        <a:buChar char="•"/>
        <a:tabLst/>
        <a:defRPr b="0" baseline="0" cap="none" i="0" spc="-1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8pPr>
      <a:lvl9pPr marL="4064000" marR="0" indent="-406400" algn="l" defTabSz="914400" rtl="0" latinLnBrk="0">
        <a:lnSpc>
          <a:spcPct val="90000"/>
        </a:lnSpc>
        <a:spcBef>
          <a:spcPts val="1400"/>
        </a:spcBef>
        <a:spcAft>
          <a:spcPts val="0"/>
        </a:spcAft>
        <a:buClr>
          <a:srgbClr val="000000"/>
        </a:buClr>
        <a:buSzPct val="100000"/>
        <a:buFontTx/>
        <a:buChar char="•"/>
        <a:tabLst/>
        <a:defRPr b="0" baseline="0" cap="none" i="0" spc="-1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1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9.xm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9.xml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9.xm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9.xm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slide" Target="slide12.xml"/><Relationship Id="rId3" Type="http://schemas.openxmlformats.org/officeDocument/2006/relationships/slide" Target="slide13.xml"/><Relationship Id="rId4" Type="http://schemas.openxmlformats.org/officeDocument/2006/relationships/slide" Target="slide14.xml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slide" Target="slide15.xml"/><Relationship Id="rId3" Type="http://schemas.openxmlformats.org/officeDocument/2006/relationships/slide" Target="slide16.xml"/><Relationship Id="rId4" Type="http://schemas.openxmlformats.org/officeDocument/2006/relationships/slide" Target="slide17.xml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slide" Target="slide18.xml"/><Relationship Id="rId3" Type="http://schemas.openxmlformats.org/officeDocument/2006/relationships/slide" Target="slide19.xml"/><Relationship Id="rId4" Type="http://schemas.openxmlformats.org/officeDocument/2006/relationships/slide" Target="slide21.xml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" Target="slide9.xml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" Target="slide9.xml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" Target="slide9.xml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" Target="slide10.xml"/></Relationships>
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" Target="slide10.xml"/></Relationships>
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" Target="slide10.xml"/></Relationships>
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" Target="slide11.xml"/></Relationships>
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" Target="slide11.xml"/><Relationship Id="rId3" Type="http://schemas.openxmlformats.org/officeDocument/2006/relationships/image" Target="../media/image5.png"/></Relationships>
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" Target="slide11.xml"/></Relationships>
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/Relationships>
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chart" Target="../charts/chart1.xml"/></Relationships>
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CustomShape 1"/>
          <p:cNvSpPr/>
          <p:nvPr/>
        </p:nvSpPr>
        <p:spPr>
          <a:xfrm>
            <a:off x="0" y="214200"/>
            <a:ext cx="9143280" cy="1142280"/>
          </a:xfrm>
          <a:prstGeom prst="rect">
            <a:avLst/>
          </a:prstGeom>
          <a:gradFill>
            <a:gsLst>
              <a:gs pos="0">
                <a:srgbClr val="FDEADA"/>
              </a:gs>
              <a:gs pos="100000">
                <a:srgbClr val="FAC090"/>
              </a:gs>
            </a:gsLst>
            <a:lin ang="5400000"/>
          </a:gra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479" name="CustomShape 2"/>
          <p:cNvSpPr txBox="1"/>
          <p:nvPr/>
        </p:nvSpPr>
        <p:spPr>
          <a:xfrm>
            <a:off x="1545118" y="2143079"/>
            <a:ext cx="6310084" cy="38055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>
            <a:normAutofit fontScale="100000" lnSpcReduction="0"/>
          </a:bodyPr>
          <a:lstStyle/>
          <a:p>
            <a:pPr algn="ctr">
              <a:spcBef>
                <a:spcPts val="900"/>
              </a:spcBef>
              <a:defRPr b="1" spc="-100" sz="4800">
                <a:solidFill>
                  <a:srgbClr val="E46C0A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Приёмы обучения</a:t>
            </a:r>
            <a:r>
              <a:rPr>
                <a:solidFill>
                  <a:srgbClr val="FFFBFB"/>
                </a:solidFill>
              </a:rPr>
              <a:t> </a:t>
            </a:r>
            <a:r>
              <a:t>смысловому чтению</a:t>
            </a:r>
          </a:p>
          <a:p>
            <a:pPr algn="ctr">
              <a:spcBef>
                <a:spcPts val="900"/>
              </a:spcBef>
              <a:defRPr spc="-1" sz="2400">
                <a:solidFill>
                  <a:srgbClr val="E46C0A"/>
                </a:solidFill>
                <a:latin typeface="+mj-lt"/>
                <a:ea typeface="+mj-ea"/>
                <a:cs typeface="+mj-cs"/>
                <a:sym typeface="Arial"/>
              </a:defRPr>
            </a:pPr>
          </a:p>
          <a:p>
            <a:pPr algn="r">
              <a:spcBef>
                <a:spcPts val="500"/>
              </a:spcBef>
              <a:defRPr spc="-100" sz="2200">
                <a:latin typeface="+mj-lt"/>
                <a:ea typeface="+mj-ea"/>
                <a:cs typeface="+mj-cs"/>
                <a:sym typeface="Arial"/>
              </a:defRPr>
            </a:pPr>
            <a:r>
              <a:t>Русинова Тамара Николаевна</a:t>
            </a:r>
          </a:p>
          <a:p>
            <a:pPr algn="r">
              <a:spcBef>
                <a:spcPts val="500"/>
              </a:spcBef>
              <a:defRPr spc="-100" sz="2200">
                <a:latin typeface="+mj-lt"/>
                <a:ea typeface="+mj-ea"/>
                <a:cs typeface="+mj-cs"/>
                <a:sym typeface="Arial"/>
              </a:defRPr>
            </a:pPr>
            <a:r>
              <a:t> МБОУ Менделеевская СОШ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3" name="CustomShape 1"/>
          <p:cNvGrpSpPr/>
          <p:nvPr/>
        </p:nvGrpSpPr>
        <p:grpSpPr>
          <a:xfrm>
            <a:off x="899638" y="1772640"/>
            <a:ext cx="7557844" cy="1439283"/>
            <a:chOff x="0" y="0"/>
            <a:chExt cx="7557843" cy="1439282"/>
          </a:xfrm>
        </p:grpSpPr>
        <p:sp>
          <p:nvSpPr>
            <p:cNvPr id="481" name="Прямоугольник"/>
            <p:cNvSpPr/>
            <p:nvPr/>
          </p:nvSpPr>
          <p:spPr>
            <a:xfrm>
              <a:off x="-1" y="0"/>
              <a:ext cx="7557844" cy="1439283"/>
            </a:xfrm>
            <a:prstGeom prst="rect">
              <a:avLst/>
            </a:prstGeom>
            <a:solidFill>
              <a:srgbClr val="B7DEE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pc="-1" sz="2000">
                  <a:latin typeface="+mj-lt"/>
                  <a:ea typeface="+mj-ea"/>
                  <a:cs typeface="+mj-cs"/>
                  <a:sym typeface="Arial"/>
                </a:defRPr>
              </a:pPr>
            </a:p>
          </p:txBody>
        </p:sp>
        <p:sp>
          <p:nvSpPr>
            <p:cNvPr id="482" name="Обязательный компонент метапредметных результатов освоения основной образовательной программы:"/>
            <p:cNvSpPr txBox="1"/>
            <p:nvPr/>
          </p:nvSpPr>
          <p:spPr>
            <a:xfrm>
              <a:off x="44998" y="141240"/>
              <a:ext cx="7467845" cy="11567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b="1" spc="-1" sz="2400">
                  <a:solidFill>
                    <a:srgbClr val="FF0000"/>
                  </a:solidFill>
                  <a:latin typeface="Cambria"/>
                  <a:ea typeface="Cambria"/>
                  <a:cs typeface="Cambria"/>
                  <a:sym typeface="Cambria"/>
                </a:defRPr>
              </a:pPr>
              <a:r>
                <a:t>Обязательный компонент метапредметных результатов освоения основной образовательной программы</a:t>
              </a:r>
              <a:r>
                <a:rPr sz="2000"/>
                <a:t>:</a:t>
              </a:r>
            </a:p>
          </p:txBody>
        </p:sp>
      </p:grpSp>
      <p:sp>
        <p:nvSpPr>
          <p:cNvPr id="484" name="CustomShape 2"/>
          <p:cNvSpPr txBox="1"/>
          <p:nvPr/>
        </p:nvSpPr>
        <p:spPr>
          <a:xfrm>
            <a:off x="728639" y="3212999"/>
            <a:ext cx="7760162" cy="15201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algn="just">
              <a:lnSpc>
                <a:spcPct val="90000"/>
              </a:lnSpc>
              <a:spcBef>
                <a:spcPts val="400"/>
              </a:spcBef>
              <a:defRPr spc="-1">
                <a:latin typeface="+mj-lt"/>
                <a:ea typeface="+mj-ea"/>
                <a:cs typeface="+mj-cs"/>
                <a:sym typeface="Arial"/>
              </a:defRPr>
            </a:pPr>
          </a:p>
          <a:p>
            <a:pPr algn="just">
              <a:lnSpc>
                <a:spcPct val="90000"/>
              </a:lnSpc>
              <a:spcBef>
                <a:spcPts val="500"/>
              </a:spcBef>
              <a:defRPr b="1" spc="-1" sz="2000">
                <a:solidFill>
                  <a:srgbClr val="404040"/>
                </a:solidFill>
                <a:latin typeface="Garamond"/>
                <a:ea typeface="Garamond"/>
                <a:cs typeface="Garamond"/>
                <a:sym typeface="Garamond"/>
              </a:defRPr>
            </a:pPr>
            <a:r>
              <a:t>- </a:t>
            </a:r>
            <a:r>
              <a:rPr sz="2800">
                <a:solidFill>
                  <a:srgbClr val="1F497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овладение навыками смыслового чтения текстов различных стилей и жанров в соответствии с целями и задачами; </a:t>
            </a:r>
          </a:p>
        </p:txBody>
      </p: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  <p:cond evt="onBegin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afterEffect" presetID="10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4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7" dur="2000"/>
                                        <p:tgtEl>
                                          <p:spTgt spid="4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Class="entr" nodeType="clickEffect" presetID="10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4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12" dur="2000"/>
                                        <p:tgtEl>
                                          <p:spTgt spid="4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484" grpId="2"/>
      <p:bldP build="whole" bldLvl="1" animBg="1" rev="0" advAuto="0" spid="483" grpId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CustomShape 1"/>
          <p:cNvSpPr/>
          <p:nvPr/>
        </p:nvSpPr>
        <p:spPr>
          <a:xfrm>
            <a:off x="0" y="214200"/>
            <a:ext cx="9143280" cy="1142280"/>
          </a:xfrm>
          <a:prstGeom prst="rect">
            <a:avLst/>
          </a:prstGeom>
          <a:gradFill>
            <a:gsLst>
              <a:gs pos="0">
                <a:srgbClr val="FDEADA"/>
              </a:gs>
              <a:gs pos="100000">
                <a:srgbClr val="FAC090"/>
              </a:gs>
            </a:gsLst>
            <a:lin ang="5400000"/>
          </a:gra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487" name="CustomShape 2"/>
          <p:cNvSpPr txBox="1"/>
          <p:nvPr/>
        </p:nvSpPr>
        <p:spPr>
          <a:xfrm>
            <a:off x="502200" y="1571759"/>
            <a:ext cx="8138880" cy="32434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341639" indent="-340919" algn="ctr">
              <a:spcBef>
                <a:spcPts val="600"/>
              </a:spcBef>
              <a:defRPr b="1" spc="-1" sz="54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Смысловое чтение </a:t>
            </a:r>
          </a:p>
          <a:p>
            <a:pPr algn="just">
              <a:defRPr b="1" i="1" spc="-1" sz="1400">
                <a:solidFill>
                  <a:srgbClr val="1F497D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 </a:t>
            </a:r>
            <a:r>
              <a:rPr sz="4000"/>
              <a:t>это вид чтения, которое направлено на понимание читающим смыслового содержания текста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TextShape 1"/>
          <p:cNvSpPr txBox="1"/>
          <p:nvPr/>
        </p:nvSpPr>
        <p:spPr>
          <a:xfrm>
            <a:off x="693000" y="1655998"/>
            <a:ext cx="7254000" cy="46141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indent="698400" algn="just">
              <a:defRPr spc="-1" u="sng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V – VI классы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indent="698400" algn="just">
              <a:defRPr spc="-1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*	выделение главного в тексте;</a:t>
            </a:r>
          </a:p>
          <a:p>
            <a:pPr indent="698400" algn="just">
              <a:defRPr spc="-1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*	составление примеров, аналогичных приведенным в тексте;</a:t>
            </a:r>
          </a:p>
          <a:p>
            <a:pPr indent="698400" algn="just">
              <a:defRPr spc="-1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*	умение найти в тексте ответ на поставленный вопрос;</a:t>
            </a:r>
          </a:p>
          <a:p>
            <a:pPr indent="698400" algn="just">
              <a:defRPr spc="-1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*	грамотно пересказать прочитанный текст.</a:t>
            </a:r>
          </a:p>
          <a:p>
            <a:pPr indent="698400" algn="just">
              <a:defRPr spc="-1" u="sng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VII – VIII классы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indent="698400" algn="just">
              <a:defRPr spc="-1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*	умение составить план прочитанного;</a:t>
            </a:r>
          </a:p>
          <a:p>
            <a:pPr indent="698400" algn="just">
              <a:defRPr spc="-1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*	воспроизводить текст по предложенному плану;</a:t>
            </a:r>
          </a:p>
          <a:p>
            <a:pPr indent="698400" algn="just">
              <a:defRPr spc="-1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*	умение пользоваться образцами решения задач;</a:t>
            </a:r>
          </a:p>
          <a:p>
            <a:pPr indent="698400" algn="just">
              <a:defRPr spc="-1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*	запоминание определений, формул, теорем.</a:t>
            </a:r>
          </a:p>
          <a:p>
            <a:pPr indent="698400" algn="just">
              <a:defRPr spc="-1" u="sng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IX – XI классы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indent="698400" algn="just">
              <a:defRPr spc="-1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*	работа с иллюстрациями (рисунками, чертежами, диаграммами);</a:t>
            </a:r>
          </a:p>
          <a:p>
            <a:pPr indent="698400" algn="just">
              <a:defRPr spc="-1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*	использование новой теории в различных учебных и жизненных ситуациях;</a:t>
            </a:r>
          </a:p>
          <a:p>
            <a:pPr indent="698400" algn="just">
              <a:defRPr spc="-1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*	подтверждение научных фактов;</a:t>
            </a:r>
          </a:p>
          <a:p>
            <a:pPr indent="698400" algn="just">
              <a:defRPr spc="-1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*	конспектирование новой темы.</a:t>
            </a:r>
          </a:p>
        </p:txBody>
      </p:sp>
      <p:grpSp>
        <p:nvGrpSpPr>
          <p:cNvPr id="492" name="CustomShape 1"/>
          <p:cNvGrpSpPr/>
          <p:nvPr/>
        </p:nvGrpSpPr>
        <p:grpSpPr>
          <a:xfrm>
            <a:off x="457560" y="383720"/>
            <a:ext cx="8228881" cy="865419"/>
            <a:chOff x="0" y="-1"/>
            <a:chExt cx="8228879" cy="865418"/>
          </a:xfrm>
        </p:grpSpPr>
        <p:sp>
          <p:nvSpPr>
            <p:cNvPr id="490" name="Прямоугольник"/>
            <p:cNvSpPr/>
            <p:nvPr/>
          </p:nvSpPr>
          <p:spPr>
            <a:xfrm>
              <a:off x="0" y="-2"/>
              <a:ext cx="8228881" cy="865419"/>
            </a:xfrm>
            <a:prstGeom prst="rect">
              <a:avLst/>
            </a:prstGeom>
            <a:gradFill flip="none" rotWithShape="1">
              <a:gsLst>
                <a:gs pos="0">
                  <a:srgbClr val="FDEADA"/>
                </a:gs>
                <a:gs pos="100000">
                  <a:srgbClr val="FAC090"/>
                </a:gs>
              </a:gsLst>
              <a:lin ang="5400000" scaled="0"/>
            </a:gra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pc="-1" sz="2400">
                  <a:latin typeface="+mj-lt"/>
                  <a:ea typeface="+mj-ea"/>
                  <a:cs typeface="+mj-cs"/>
                  <a:sym typeface="Arial"/>
                </a:defRPr>
              </a:pPr>
            </a:p>
          </p:txBody>
        </p:sp>
        <p:sp>
          <p:nvSpPr>
            <p:cNvPr id="491" name="ключевые направления формирования умений работы с текстом относят следующие:"/>
            <p:cNvSpPr txBox="1"/>
            <p:nvPr/>
          </p:nvSpPr>
          <p:spPr>
            <a:xfrm>
              <a:off x="45000" y="-2"/>
              <a:ext cx="8138881" cy="8654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4999" tIns="44999" rIns="44999" bIns="44999" numCol="1" anchor="ctr">
              <a:normAutofit fontScale="100000" lnSpcReduction="0"/>
            </a:bodyPr>
            <a:lstStyle>
              <a:lvl1pPr algn="ctr" defTabSz="649223">
                <a:defRPr sz="1700">
                  <a:latin typeface="+mj-lt"/>
                  <a:ea typeface="+mj-ea"/>
                  <a:cs typeface="+mj-cs"/>
                  <a:sym typeface="Arial"/>
                </a:defRPr>
              </a:lvl1pPr>
            </a:lstStyle>
            <a:p>
              <a:pPr/>
              <a:r>
                <a:t>ключевые направления формирования умений работы с текстом относят следующие: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8" name="CustomShape 1"/>
          <p:cNvGrpSpPr/>
          <p:nvPr/>
        </p:nvGrpSpPr>
        <p:grpSpPr>
          <a:xfrm>
            <a:off x="534780" y="1100145"/>
            <a:ext cx="8074440" cy="4823645"/>
            <a:chOff x="0" y="0"/>
            <a:chExt cx="8074438" cy="4823643"/>
          </a:xfrm>
        </p:grpSpPr>
        <p:sp>
          <p:nvSpPr>
            <p:cNvPr id="496" name="Прямоугольник"/>
            <p:cNvSpPr/>
            <p:nvPr/>
          </p:nvSpPr>
          <p:spPr>
            <a:xfrm>
              <a:off x="0" y="-1"/>
              <a:ext cx="8074440" cy="4823645"/>
            </a:xfrm>
            <a:prstGeom prst="rect">
              <a:avLst/>
            </a:prstGeom>
            <a:gradFill flip="none" rotWithShape="1">
              <a:gsLst>
                <a:gs pos="0">
                  <a:srgbClr val="FDEADA"/>
                </a:gs>
                <a:gs pos="100000">
                  <a:srgbClr val="FAC090"/>
                </a:gs>
              </a:gsLst>
              <a:lin ang="5400000" scaled="0"/>
            </a:gra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lnSpc>
                  <a:spcPct val="115000"/>
                </a:lnSpc>
                <a:defRPr spc="-1" sz="2400">
                  <a:latin typeface="Times New Roman"/>
                  <a:ea typeface="Times New Roman"/>
                  <a:cs typeface="Times New Roman"/>
                  <a:sym typeface="Times New Roman"/>
                </a:defRPr>
              </a:pPr>
            </a:p>
          </p:txBody>
        </p:sp>
        <p:sp>
          <p:nvSpPr>
            <p:cNvPr id="497" name="Проблема 1. Многолетняя практика показывает, что при выполнении самостоятельной работы, тестов разного уровня обучающиеся допускают ошибки по причине непонимания формулировки задания. Проще говоря «дети не вчитываются в задание».…"/>
            <p:cNvSpPr txBox="1"/>
            <p:nvPr/>
          </p:nvSpPr>
          <p:spPr>
            <a:xfrm>
              <a:off x="45000" y="-1"/>
              <a:ext cx="7984440" cy="482364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4999" tIns="44999" rIns="44999" bIns="44999" numCol="1" anchor="ctr">
              <a:normAutofit fontScale="100000" lnSpcReduction="0"/>
            </a:bodyPr>
            <a:lstStyle/>
            <a:p>
              <a:pPr>
                <a:lnSpc>
                  <a:spcPct val="115000"/>
                </a:lnSpc>
                <a:defRPr b="1" spc="-100" sz="2400">
                  <a:latin typeface="Times New Roman"/>
                  <a:ea typeface="Times New Roman"/>
                  <a:cs typeface="Times New Roman"/>
                  <a:sym typeface="Times New Roman"/>
                </a:defRPr>
              </a:pPr>
              <a:r>
                <a:t>	Проблема 1. Многолетняя практика показывает, что при выполнении самостоятельной работы, тестов разного уровня обучающиеся допускают ошибки по причине непонимания формулировки задания. Проще говоря «дети не вчитываются в задание». </a:t>
              </a:r>
              <a:endParaRPr spc="-1"/>
            </a:p>
            <a:p>
              <a:pPr>
                <a:lnSpc>
                  <a:spcPct val="115000"/>
                </a:lnSpc>
                <a:defRPr spc="-1" sz="2400">
                  <a:latin typeface="Times New Roman"/>
                  <a:ea typeface="Times New Roman"/>
                  <a:cs typeface="Times New Roman"/>
                  <a:sym typeface="Times New Roman"/>
                </a:defRPr>
              </a:pPr>
            </a:p>
            <a:p>
              <a:pPr>
                <a:lnSpc>
                  <a:spcPct val="115000"/>
                </a:lnSpc>
                <a:defRPr b="1" spc="-100" sz="2400">
                  <a:latin typeface="Times New Roman"/>
                  <a:ea typeface="Times New Roman"/>
                  <a:cs typeface="Times New Roman"/>
                  <a:sym typeface="Times New Roman"/>
                </a:defRPr>
              </a:pPr>
              <a:r>
                <a:t>	Проблема 2. Работа по формированию навыков смыслового чтения не должна ограничиваться только уроком и многократным обращением к одному и тому же тексту. 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  <p:cond evt="onBegin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afterEffect" presetID="10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4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7" dur="2000"/>
                                        <p:tgtEl>
                                          <p:spTgt spid="4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498" grpId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2" name="CustomShape 1"/>
          <p:cNvGrpSpPr/>
          <p:nvPr/>
        </p:nvGrpSpPr>
        <p:grpSpPr>
          <a:xfrm>
            <a:off x="611640" y="1124638"/>
            <a:ext cx="8074440" cy="4823645"/>
            <a:chOff x="0" y="0"/>
            <a:chExt cx="8074438" cy="4823643"/>
          </a:xfrm>
        </p:grpSpPr>
        <p:sp>
          <p:nvSpPr>
            <p:cNvPr id="500" name="Прямоугольник"/>
            <p:cNvSpPr/>
            <p:nvPr/>
          </p:nvSpPr>
          <p:spPr>
            <a:xfrm>
              <a:off x="0" y="-1"/>
              <a:ext cx="8074440" cy="4823645"/>
            </a:xfrm>
            <a:prstGeom prst="rect">
              <a:avLst/>
            </a:prstGeom>
            <a:gradFill flip="none" rotWithShape="1">
              <a:gsLst>
                <a:gs pos="0">
                  <a:srgbClr val="FDEADA"/>
                </a:gs>
                <a:gs pos="100000">
                  <a:srgbClr val="FAC090"/>
                </a:gs>
              </a:gsLst>
              <a:lin ang="5400000" scaled="0"/>
            </a:gra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lnSpc>
                  <a:spcPct val="115000"/>
                </a:lnSpc>
                <a:spcBef>
                  <a:spcPts val="1000"/>
                </a:spcBef>
                <a:defRPr>
                  <a:latin typeface="+mj-lt"/>
                  <a:ea typeface="+mj-ea"/>
                  <a:cs typeface="+mj-cs"/>
                  <a:sym typeface="Arial"/>
                </a:defRPr>
              </a:pPr>
            </a:p>
          </p:txBody>
        </p:sp>
        <p:sp>
          <p:nvSpPr>
            <p:cNvPr id="501" name="Проблема 3. Использование в процессе обучения лишь традиционных технологий и методов обучения.…"/>
            <p:cNvSpPr txBox="1"/>
            <p:nvPr/>
          </p:nvSpPr>
          <p:spPr>
            <a:xfrm>
              <a:off x="45000" y="-1"/>
              <a:ext cx="7984440" cy="482364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4999" tIns="44999" rIns="44999" bIns="44999" numCol="1" anchor="ctr">
              <a:normAutofit fontScale="100000" lnSpcReduction="0"/>
            </a:bodyPr>
            <a:lstStyle/>
            <a:p>
              <a:pPr>
                <a:lnSpc>
                  <a:spcPct val="115000"/>
                </a:lnSpc>
                <a:defRPr b="1" spc="-100" sz="2400">
                  <a:latin typeface="Times New Roman"/>
                  <a:ea typeface="Times New Roman"/>
                  <a:cs typeface="Times New Roman"/>
                  <a:sym typeface="Times New Roman"/>
                </a:defRPr>
              </a:pPr>
              <a:r>
                <a:t>	Проблема 3. Использование в процессе обучения лишь традиционных технологий и методов обучения. </a:t>
              </a:r>
              <a:endParaRPr spc="-1"/>
            </a:p>
            <a:p>
              <a:pPr>
                <a:lnSpc>
                  <a:spcPct val="115000"/>
                </a:lnSpc>
                <a:defRPr spc="-1" sz="2400">
                  <a:latin typeface="Times New Roman"/>
                  <a:ea typeface="Times New Roman"/>
                  <a:cs typeface="Times New Roman"/>
                  <a:sym typeface="Times New Roman"/>
                </a:defRPr>
              </a:pPr>
            </a:p>
            <a:p>
              <a:pPr>
                <a:lnSpc>
                  <a:spcPct val="115000"/>
                </a:lnSpc>
                <a:defRPr b="1" spc="-100" sz="2400">
                  <a:latin typeface="Times New Roman"/>
                  <a:ea typeface="Times New Roman"/>
                  <a:cs typeface="Times New Roman"/>
                  <a:sym typeface="Times New Roman"/>
                </a:defRPr>
              </a:pPr>
              <a:r>
                <a:t>	Проблема 4. Узкий круг самостоятельного детского чтения. </a:t>
              </a:r>
              <a:endParaRPr spc="-1"/>
            </a:p>
            <a:p>
              <a:pPr>
                <a:lnSpc>
                  <a:spcPct val="115000"/>
                </a:lnSpc>
                <a:defRPr b="1" spc="-100" sz="2400">
                  <a:latin typeface="Times New Roman"/>
                  <a:ea typeface="Times New Roman"/>
                  <a:cs typeface="Times New Roman"/>
                  <a:sym typeface="Times New Roman"/>
                </a:defRPr>
              </a:pPr>
              <a:r>
                <a:t>	Проблема 5. Низкий уровень читательской культуры родителей обучающихся. </a:t>
              </a:r>
              <a:endParaRPr spc="-1"/>
            </a:p>
            <a:p>
              <a:pPr>
                <a:lnSpc>
                  <a:spcPct val="115000"/>
                </a:lnSpc>
                <a:spcBef>
                  <a:spcPts val="1000"/>
                </a:spcBef>
                <a:defRPr b="1" spc="-100" sz="2400">
                  <a:latin typeface="Times New Roman"/>
                  <a:ea typeface="Times New Roman"/>
                  <a:cs typeface="Times New Roman"/>
                  <a:sym typeface="Times New Roman"/>
                </a:defRPr>
              </a:pPr>
              <a:r>
                <a:t>	Проблема 6. Незнание или непонимание психологических составляющих навыков смыслового чтения.</a:t>
              </a:r>
              <a:r>
                <a:rPr b="0"/>
                <a:t> 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  <p:cond evt="onBegin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afterEffect" presetID="10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5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7" dur="2000"/>
                                        <p:tgtEl>
                                          <p:spTgt spid="5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502" grpId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CustomShape 1"/>
          <p:cNvSpPr/>
          <p:nvPr/>
        </p:nvSpPr>
        <p:spPr>
          <a:xfrm>
            <a:off x="457200" y="1649184"/>
            <a:ext cx="8228880" cy="3698425"/>
          </a:xfrm>
          <a:prstGeom prst="rect">
            <a:avLst/>
          </a:prstGeom>
          <a:gradFill>
            <a:gsLst>
              <a:gs pos="0">
                <a:srgbClr val="FDEADA"/>
              </a:gs>
              <a:gs pos="100000">
                <a:srgbClr val="FAC090"/>
              </a:gs>
            </a:gsLst>
            <a:lin ang="5400000"/>
          </a:gra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grpSp>
        <p:nvGrpSpPr>
          <p:cNvPr id="507" name="CustomShape 2"/>
          <p:cNvGrpSpPr/>
          <p:nvPr/>
        </p:nvGrpSpPr>
        <p:grpSpPr>
          <a:xfrm>
            <a:off x="2313512" y="1706695"/>
            <a:ext cx="4190405" cy="775252"/>
            <a:chOff x="0" y="0"/>
            <a:chExt cx="4190403" cy="775251"/>
          </a:xfrm>
        </p:grpSpPr>
        <p:sp>
          <p:nvSpPr>
            <p:cNvPr id="505" name="Овал"/>
            <p:cNvSpPr/>
            <p:nvPr/>
          </p:nvSpPr>
          <p:spPr>
            <a:xfrm>
              <a:off x="-1" y="-1"/>
              <a:ext cx="4190404" cy="775252"/>
            </a:xfrm>
            <a:prstGeom prst="ellipse">
              <a:avLst/>
            </a:prstGeom>
            <a:solidFill>
              <a:schemeClr val="accent1"/>
            </a:solidFill>
            <a:ln w="9360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pc="-1" sz="3200">
                  <a:latin typeface="+mj-lt"/>
                  <a:ea typeface="+mj-ea"/>
                  <a:cs typeface="+mj-cs"/>
                  <a:sym typeface="Arial"/>
                </a:defRPr>
              </a:pPr>
            </a:p>
          </p:txBody>
        </p:sp>
        <p:sp>
          <p:nvSpPr>
            <p:cNvPr id="506" name="Тексты"/>
            <p:cNvSpPr txBox="1"/>
            <p:nvPr/>
          </p:nvSpPr>
          <p:spPr>
            <a:xfrm>
              <a:off x="1365574" y="116305"/>
              <a:ext cx="1459250" cy="54263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4999" tIns="44999" rIns="44999" bIns="44999" numCol="1" anchor="ctr">
              <a:spAutoFit/>
            </a:bodyPr>
            <a:lstStyle>
              <a:lvl1pPr algn="ctr">
                <a:defRPr b="1" spc="-1" sz="3200">
                  <a:solidFill>
                    <a:srgbClr val="FFFFFF"/>
                  </a:solidFill>
                  <a:latin typeface="Times New Roman"/>
                  <a:ea typeface="Times New Roman"/>
                  <a:cs typeface="Times New Roman"/>
                  <a:sym typeface="Times New Roman"/>
                </a:defRPr>
              </a:lvl1pPr>
            </a:lstStyle>
            <a:p>
              <a:pPr/>
              <a:r>
                <a:t>Тексты</a:t>
              </a:r>
            </a:p>
          </p:txBody>
        </p:sp>
      </p:grpSp>
      <p:sp>
        <p:nvSpPr>
          <p:cNvPr id="508" name="Line 3"/>
          <p:cNvSpPr/>
          <p:nvPr/>
        </p:nvSpPr>
        <p:spPr>
          <a:xfrm flipH="1">
            <a:off x="2045327" y="2539451"/>
            <a:ext cx="1295282" cy="1067043"/>
          </a:xfrm>
          <a:prstGeom prst="line">
            <a:avLst/>
          </a:prstGeom>
          <a:ln w="9360">
            <a:solidFill>
              <a:srgbClr val="000000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09" name="Line 5"/>
          <p:cNvSpPr/>
          <p:nvPr/>
        </p:nvSpPr>
        <p:spPr>
          <a:xfrm>
            <a:off x="5859938" y="2481943"/>
            <a:ext cx="1523882" cy="914402"/>
          </a:xfrm>
          <a:prstGeom prst="line">
            <a:avLst/>
          </a:prstGeom>
          <a:ln w="9360">
            <a:solidFill>
              <a:srgbClr val="000000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grpSp>
        <p:nvGrpSpPr>
          <p:cNvPr id="512" name="CustomShape 6"/>
          <p:cNvGrpSpPr/>
          <p:nvPr/>
        </p:nvGrpSpPr>
        <p:grpSpPr>
          <a:xfrm>
            <a:off x="977218" y="3886200"/>
            <a:ext cx="3431499" cy="1314992"/>
            <a:chOff x="0" y="0"/>
            <a:chExt cx="3431497" cy="1314991"/>
          </a:xfrm>
        </p:grpSpPr>
        <p:sp>
          <p:nvSpPr>
            <p:cNvPr id="510" name="Овал"/>
            <p:cNvSpPr/>
            <p:nvPr/>
          </p:nvSpPr>
          <p:spPr>
            <a:xfrm>
              <a:off x="-1" y="0"/>
              <a:ext cx="3431498" cy="1314992"/>
            </a:xfrm>
            <a:prstGeom prst="ellipse">
              <a:avLst/>
            </a:prstGeom>
            <a:solidFill>
              <a:schemeClr val="accent1"/>
            </a:solidFill>
            <a:ln w="9360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pc="-1" sz="2800">
                  <a:latin typeface="+mj-lt"/>
                  <a:ea typeface="+mj-ea"/>
                  <a:cs typeface="+mj-cs"/>
                  <a:sym typeface="Arial"/>
                </a:defRPr>
              </a:pPr>
            </a:p>
          </p:txBody>
        </p:sp>
        <p:sp>
          <p:nvSpPr>
            <p:cNvPr id="511" name="Нехудожественные"/>
            <p:cNvSpPr txBox="1"/>
            <p:nvPr/>
          </p:nvSpPr>
          <p:spPr>
            <a:xfrm>
              <a:off x="146039" y="416848"/>
              <a:ext cx="3139414" cy="4812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4999" tIns="44999" rIns="44999" bIns="44999" numCol="1" anchor="ctr">
              <a:spAutoFit/>
            </a:bodyPr>
            <a:lstStyle>
              <a:lvl1pPr algn="ctr">
                <a:defRPr b="1" spc="-1" sz="2800">
                  <a:solidFill>
                    <a:srgbClr val="FFFFFF"/>
                  </a:solidFill>
                  <a:latin typeface="Times New Roman"/>
                  <a:ea typeface="Times New Roman"/>
                  <a:cs typeface="Times New Roman"/>
                  <a:sym typeface="Times New Roman"/>
                </a:defRPr>
              </a:lvl1pPr>
            </a:lstStyle>
            <a:p>
              <a:pPr/>
              <a:r>
                <a:t>Нехудожественные</a:t>
              </a:r>
            </a:p>
          </p:txBody>
        </p:sp>
      </p:grpSp>
      <p:grpSp>
        <p:nvGrpSpPr>
          <p:cNvPr id="515" name="CustomShape 8"/>
          <p:cNvGrpSpPr/>
          <p:nvPr/>
        </p:nvGrpSpPr>
        <p:grpSpPr>
          <a:xfrm>
            <a:off x="5220641" y="3791069"/>
            <a:ext cx="3129049" cy="1410125"/>
            <a:chOff x="0" y="-1"/>
            <a:chExt cx="3129047" cy="1410124"/>
          </a:xfrm>
        </p:grpSpPr>
        <p:sp>
          <p:nvSpPr>
            <p:cNvPr id="513" name="Овал"/>
            <p:cNvSpPr/>
            <p:nvPr/>
          </p:nvSpPr>
          <p:spPr>
            <a:xfrm>
              <a:off x="-1" y="-2"/>
              <a:ext cx="3129049" cy="1410125"/>
            </a:xfrm>
            <a:prstGeom prst="ellipse">
              <a:avLst/>
            </a:prstGeom>
            <a:solidFill>
              <a:schemeClr val="accent1"/>
            </a:solidFill>
            <a:ln w="9360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pc="-1" sz="2800">
                  <a:latin typeface="+mj-lt"/>
                  <a:ea typeface="+mj-ea"/>
                  <a:cs typeface="+mj-cs"/>
                  <a:sym typeface="Arial"/>
                </a:defRPr>
              </a:pPr>
            </a:p>
          </p:txBody>
        </p:sp>
        <p:sp>
          <p:nvSpPr>
            <p:cNvPr id="514" name="Художественные"/>
            <p:cNvSpPr txBox="1"/>
            <p:nvPr/>
          </p:nvSpPr>
          <p:spPr>
            <a:xfrm>
              <a:off x="168840" y="464413"/>
              <a:ext cx="2791361" cy="4812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4999" tIns="44999" rIns="44999" bIns="44999" numCol="1" anchor="ctr">
              <a:spAutoFit/>
            </a:bodyPr>
            <a:lstStyle>
              <a:lvl1pPr algn="ctr">
                <a:defRPr b="1" spc="-1" sz="2800">
                  <a:solidFill>
                    <a:srgbClr val="FFFFFF"/>
                  </a:solidFill>
                  <a:latin typeface="Times New Roman"/>
                  <a:ea typeface="Times New Roman"/>
                  <a:cs typeface="Times New Roman"/>
                  <a:sym typeface="Times New Roman"/>
                </a:defRPr>
              </a:lvl1pPr>
            </a:lstStyle>
            <a:p>
              <a:pPr/>
              <a:r>
                <a:t>Художественные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  <p:cond evt="onBegin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afterEffect" presetID="10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5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7" dur="2000"/>
                                        <p:tgtEl>
                                          <p:spTgt spid="5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504" grpId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CustomShape 1"/>
          <p:cNvSpPr/>
          <p:nvPr/>
        </p:nvSpPr>
        <p:spPr>
          <a:xfrm>
            <a:off x="457200" y="1461404"/>
            <a:ext cx="8228880" cy="4786397"/>
          </a:xfrm>
          <a:prstGeom prst="rect">
            <a:avLst/>
          </a:prstGeom>
          <a:gradFill>
            <a:gsLst>
              <a:gs pos="0">
                <a:srgbClr val="FDEADA"/>
              </a:gs>
              <a:gs pos="100000">
                <a:srgbClr val="FAC090"/>
              </a:gs>
            </a:gsLst>
            <a:lin ang="5400000"/>
          </a:gra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grpSp>
        <p:nvGrpSpPr>
          <p:cNvPr id="520" name="CustomShape 2"/>
          <p:cNvGrpSpPr/>
          <p:nvPr/>
        </p:nvGrpSpPr>
        <p:grpSpPr>
          <a:xfrm>
            <a:off x="1191987" y="1479969"/>
            <a:ext cx="6621235" cy="1071355"/>
            <a:chOff x="0" y="-1"/>
            <a:chExt cx="6621233" cy="1071353"/>
          </a:xfrm>
        </p:grpSpPr>
        <p:sp>
          <p:nvSpPr>
            <p:cNvPr id="518" name="Овал"/>
            <p:cNvSpPr/>
            <p:nvPr/>
          </p:nvSpPr>
          <p:spPr>
            <a:xfrm>
              <a:off x="0" y="-2"/>
              <a:ext cx="6621235" cy="1071355"/>
            </a:xfrm>
            <a:prstGeom prst="ellipse">
              <a:avLst/>
            </a:prstGeom>
            <a:solidFill>
              <a:schemeClr val="accent1"/>
            </a:solidFill>
            <a:ln w="9360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pc="-1" sz="2000">
                  <a:latin typeface="+mj-lt"/>
                  <a:ea typeface="+mj-ea"/>
                  <a:cs typeface="+mj-cs"/>
                  <a:sym typeface="Arial"/>
                </a:defRPr>
              </a:pPr>
            </a:p>
          </p:txBody>
        </p:sp>
        <p:sp>
          <p:nvSpPr>
            <p:cNvPr id="519" name="Классификация текстов…"/>
            <p:cNvSpPr txBox="1"/>
            <p:nvPr/>
          </p:nvSpPr>
          <p:spPr>
            <a:xfrm>
              <a:off x="1838797" y="203969"/>
              <a:ext cx="2943638" cy="66340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4999" tIns="44999" rIns="44999" bIns="44999" numCol="1" anchor="ctr">
              <a:spAutoFit/>
            </a:bodyPr>
            <a:lstStyle/>
            <a:p>
              <a:pPr algn="ctr">
                <a:defRPr b="1" spc="-1" sz="2000">
                  <a:solidFill>
                    <a:srgbClr val="FFFFFF"/>
                  </a:solidFill>
                  <a:latin typeface="Times New Roman"/>
                  <a:ea typeface="Times New Roman"/>
                  <a:cs typeface="Times New Roman"/>
                  <a:sym typeface="Times New Roman"/>
                </a:defRPr>
              </a:pPr>
              <a:r>
                <a:t>Классификация текстов </a:t>
              </a:r>
            </a:p>
            <a:p>
              <a:pPr algn="ctr">
                <a:defRPr b="1" spc="-1" sz="2000">
                  <a:solidFill>
                    <a:srgbClr val="FFFFFF"/>
                  </a:solidFill>
                  <a:latin typeface="Times New Roman"/>
                  <a:ea typeface="Times New Roman"/>
                  <a:cs typeface="Times New Roman"/>
                  <a:sym typeface="Times New Roman"/>
                </a:defRPr>
              </a:pPr>
              <a:r>
                <a:t>по структуре</a:t>
              </a:r>
            </a:p>
          </p:txBody>
        </p:sp>
      </p:grpSp>
      <p:sp>
        <p:nvSpPr>
          <p:cNvPr id="521" name="Line 3"/>
          <p:cNvSpPr/>
          <p:nvPr/>
        </p:nvSpPr>
        <p:spPr>
          <a:xfrm flipH="1">
            <a:off x="2789497" y="2551321"/>
            <a:ext cx="525358" cy="304382"/>
          </a:xfrm>
          <a:prstGeom prst="line">
            <a:avLst/>
          </a:prstGeom>
          <a:ln w="9360">
            <a:solidFill>
              <a:srgbClr val="000000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22" name="Line 6"/>
          <p:cNvSpPr/>
          <p:nvPr/>
        </p:nvSpPr>
        <p:spPr>
          <a:xfrm>
            <a:off x="6400800" y="2551321"/>
            <a:ext cx="532440" cy="257762"/>
          </a:xfrm>
          <a:prstGeom prst="line">
            <a:avLst/>
          </a:prstGeom>
          <a:ln w="9360">
            <a:solidFill>
              <a:srgbClr val="000000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grpSp>
        <p:nvGrpSpPr>
          <p:cNvPr id="525" name="CustomShape 7"/>
          <p:cNvGrpSpPr/>
          <p:nvPr/>
        </p:nvGrpSpPr>
        <p:grpSpPr>
          <a:xfrm>
            <a:off x="1445566" y="2938240"/>
            <a:ext cx="2437565" cy="1218605"/>
            <a:chOff x="0" y="-1"/>
            <a:chExt cx="2437564" cy="1218604"/>
          </a:xfrm>
        </p:grpSpPr>
        <p:sp>
          <p:nvSpPr>
            <p:cNvPr id="523" name="Овал"/>
            <p:cNvSpPr/>
            <p:nvPr/>
          </p:nvSpPr>
          <p:spPr>
            <a:xfrm>
              <a:off x="-1" y="-2"/>
              <a:ext cx="2437565" cy="1218605"/>
            </a:xfrm>
            <a:prstGeom prst="ellipse">
              <a:avLst/>
            </a:prstGeom>
            <a:solidFill>
              <a:schemeClr val="accent1"/>
            </a:solidFill>
            <a:ln w="9360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pc="-1" sz="2000">
                  <a:latin typeface="+mj-lt"/>
                  <a:ea typeface="+mj-ea"/>
                  <a:cs typeface="+mj-cs"/>
                  <a:sym typeface="Arial"/>
                </a:defRPr>
              </a:pPr>
            </a:p>
          </p:txBody>
        </p:sp>
        <p:sp>
          <p:nvSpPr>
            <p:cNvPr id="524" name="Сплошные"/>
            <p:cNvSpPr txBox="1"/>
            <p:nvPr/>
          </p:nvSpPr>
          <p:spPr>
            <a:xfrm>
              <a:off x="532379" y="423645"/>
              <a:ext cx="1372799" cy="37130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4999" tIns="44999" rIns="44999" bIns="44999" numCol="1" anchor="ctr">
              <a:spAutoFit/>
            </a:bodyPr>
            <a:lstStyle>
              <a:lvl1pPr algn="ctr">
                <a:defRPr b="1" spc="-1" sz="2000">
                  <a:solidFill>
                    <a:srgbClr val="FFFFFF"/>
                  </a:solidFill>
                  <a:latin typeface="Times New Roman"/>
                  <a:ea typeface="Times New Roman"/>
                  <a:cs typeface="Times New Roman"/>
                  <a:sym typeface="Times New Roman"/>
                </a:defRPr>
              </a:lvl1pPr>
            </a:lstStyle>
            <a:p>
              <a:pPr/>
              <a:r>
                <a:t>Сплошные</a:t>
              </a:r>
            </a:p>
          </p:txBody>
        </p:sp>
      </p:grpSp>
      <p:grpSp>
        <p:nvGrpSpPr>
          <p:cNvPr id="528" name="CustomShape 8"/>
          <p:cNvGrpSpPr/>
          <p:nvPr/>
        </p:nvGrpSpPr>
        <p:grpSpPr>
          <a:xfrm>
            <a:off x="1445566" y="4434837"/>
            <a:ext cx="2791700" cy="1508765"/>
            <a:chOff x="0" y="0"/>
            <a:chExt cx="2791699" cy="1508764"/>
          </a:xfrm>
        </p:grpSpPr>
        <p:sp>
          <p:nvSpPr>
            <p:cNvPr id="526" name="Овал"/>
            <p:cNvSpPr/>
            <p:nvPr/>
          </p:nvSpPr>
          <p:spPr>
            <a:xfrm>
              <a:off x="-1" y="0"/>
              <a:ext cx="2791700" cy="1508765"/>
            </a:xfrm>
            <a:prstGeom prst="ellipse">
              <a:avLst/>
            </a:prstGeom>
            <a:solidFill>
              <a:schemeClr val="accent1"/>
            </a:solidFill>
            <a:ln w="9360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pc="-1" sz="1600">
                  <a:latin typeface="+mj-lt"/>
                  <a:ea typeface="+mj-ea"/>
                  <a:cs typeface="+mj-cs"/>
                  <a:sym typeface="Arial"/>
                </a:defRPr>
              </a:pPr>
            </a:p>
          </p:txBody>
        </p:sp>
        <p:sp>
          <p:nvSpPr>
            <p:cNvPr id="527" name="Описание…"/>
            <p:cNvSpPr txBox="1"/>
            <p:nvPr/>
          </p:nvSpPr>
          <p:spPr>
            <a:xfrm>
              <a:off x="449626" y="369804"/>
              <a:ext cx="1892442" cy="76915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4999" tIns="44999" rIns="44999" bIns="44999" numCol="1" anchor="ctr">
              <a:spAutoFit/>
            </a:bodyPr>
            <a:lstStyle/>
            <a:p>
              <a:pPr marL="342900" indent="-342900" algn="ctr">
                <a:buSzPct val="100000"/>
                <a:buFont typeface="Arial"/>
                <a:buChar char="•"/>
                <a:defRPr spc="-1" sz="1600">
                  <a:latin typeface="+mj-lt"/>
                  <a:ea typeface="+mj-ea"/>
                  <a:cs typeface="+mj-cs"/>
                  <a:sym typeface="Arial"/>
                </a:defRPr>
              </a:pPr>
              <a:r>
                <a:t>Описание</a:t>
              </a:r>
            </a:p>
            <a:p>
              <a:pPr marL="342900" indent="-342900" algn="ctr">
                <a:buSzPct val="100000"/>
                <a:buFont typeface="Arial"/>
                <a:buChar char="•"/>
                <a:defRPr spc="-1" sz="1600">
                  <a:latin typeface="+mj-lt"/>
                  <a:ea typeface="+mj-ea"/>
                  <a:cs typeface="+mj-cs"/>
                  <a:sym typeface="Arial"/>
                </a:defRPr>
              </a:pPr>
              <a:r>
                <a:t>Повествование</a:t>
              </a:r>
            </a:p>
            <a:p>
              <a:pPr marL="342900" indent="-342900" algn="ctr">
                <a:buSzPct val="100000"/>
                <a:buFont typeface="Arial"/>
                <a:buChar char="•"/>
                <a:defRPr spc="-1" sz="1600">
                  <a:latin typeface="+mj-lt"/>
                  <a:ea typeface="+mj-ea"/>
                  <a:cs typeface="+mj-cs"/>
                  <a:sym typeface="Arial"/>
                </a:defRPr>
              </a:pPr>
              <a:r>
                <a:t>рассуждение</a:t>
              </a:r>
            </a:p>
          </p:txBody>
        </p:sp>
      </p:grpSp>
      <p:grpSp>
        <p:nvGrpSpPr>
          <p:cNvPr id="531" name="CustomShape 9"/>
          <p:cNvGrpSpPr/>
          <p:nvPr/>
        </p:nvGrpSpPr>
        <p:grpSpPr>
          <a:xfrm>
            <a:off x="5437041" y="4451359"/>
            <a:ext cx="3249043" cy="1402283"/>
            <a:chOff x="0" y="0"/>
            <a:chExt cx="3249041" cy="1402282"/>
          </a:xfrm>
        </p:grpSpPr>
        <p:sp>
          <p:nvSpPr>
            <p:cNvPr id="529" name="Овал"/>
            <p:cNvSpPr/>
            <p:nvPr/>
          </p:nvSpPr>
          <p:spPr>
            <a:xfrm>
              <a:off x="-1" y="-1"/>
              <a:ext cx="3249043" cy="1402283"/>
            </a:xfrm>
            <a:prstGeom prst="ellipse">
              <a:avLst/>
            </a:prstGeom>
            <a:solidFill>
              <a:schemeClr val="accent1"/>
            </a:solidFill>
            <a:ln w="9360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pc="-1" sz="1600">
                  <a:latin typeface="+mj-lt"/>
                  <a:ea typeface="+mj-ea"/>
                  <a:cs typeface="+mj-cs"/>
                  <a:sym typeface="Arial"/>
                </a:defRPr>
              </a:pPr>
            </a:p>
          </p:txBody>
        </p:sp>
        <p:sp>
          <p:nvSpPr>
            <p:cNvPr id="530" name="Графики…"/>
            <p:cNvSpPr txBox="1"/>
            <p:nvPr/>
          </p:nvSpPr>
          <p:spPr>
            <a:xfrm>
              <a:off x="857430" y="87963"/>
              <a:ext cx="1534175" cy="122635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4999" tIns="44999" rIns="44999" bIns="44999" numCol="1" anchor="ctr">
              <a:spAutoFit/>
            </a:bodyPr>
            <a:lstStyle/>
            <a:p>
              <a:pPr marL="342900" indent="-342900" algn="ctr">
                <a:buSzPct val="100000"/>
                <a:buFont typeface="Arial"/>
                <a:buChar char="•"/>
                <a:defRPr spc="-1" sz="1600">
                  <a:latin typeface="+mj-lt"/>
                  <a:ea typeface="+mj-ea"/>
                  <a:cs typeface="+mj-cs"/>
                  <a:sym typeface="Arial"/>
                </a:defRPr>
              </a:pPr>
              <a:r>
                <a:t>Графики</a:t>
              </a:r>
            </a:p>
            <a:p>
              <a:pPr marL="342900" indent="-342900" algn="ctr">
                <a:buSzPct val="100000"/>
                <a:buFont typeface="Arial"/>
                <a:buChar char="•"/>
                <a:defRPr spc="-1" sz="1600">
                  <a:latin typeface="+mj-lt"/>
                  <a:ea typeface="+mj-ea"/>
                  <a:cs typeface="+mj-cs"/>
                  <a:sym typeface="Arial"/>
                </a:defRPr>
              </a:pPr>
              <a:r>
                <a:t>Диаграммы</a:t>
              </a:r>
            </a:p>
            <a:p>
              <a:pPr marL="342900" indent="-342900" algn="ctr">
                <a:buSzPct val="100000"/>
                <a:buFont typeface="Arial"/>
                <a:buChar char="•"/>
                <a:defRPr spc="-1" sz="1600">
                  <a:latin typeface="+mj-lt"/>
                  <a:ea typeface="+mj-ea"/>
                  <a:cs typeface="+mj-cs"/>
                  <a:sym typeface="Arial"/>
                </a:defRPr>
              </a:pPr>
              <a:r>
                <a:t>Схемы</a:t>
              </a:r>
            </a:p>
            <a:p>
              <a:pPr marL="342900" indent="-342900" algn="ctr">
                <a:buSzPct val="100000"/>
                <a:buFont typeface="Arial"/>
                <a:buChar char="•"/>
                <a:defRPr spc="-1" sz="1600">
                  <a:latin typeface="+mj-lt"/>
                  <a:ea typeface="+mj-ea"/>
                  <a:cs typeface="+mj-cs"/>
                  <a:sym typeface="Arial"/>
                </a:defRPr>
              </a:pPr>
              <a:r>
                <a:t>Таблицы</a:t>
              </a:r>
            </a:p>
            <a:p>
              <a:pPr marL="342900" indent="-342900" algn="ctr">
                <a:buSzPct val="100000"/>
                <a:buFont typeface="Arial"/>
                <a:buChar char="•"/>
                <a:defRPr spc="-1" sz="1600">
                  <a:latin typeface="+mj-lt"/>
                  <a:ea typeface="+mj-ea"/>
                  <a:cs typeface="+mj-cs"/>
                  <a:sym typeface="Arial"/>
                </a:defRPr>
              </a:pPr>
              <a:r>
                <a:t>карты</a:t>
              </a:r>
            </a:p>
          </p:txBody>
        </p:sp>
      </p:grpSp>
      <p:grpSp>
        <p:nvGrpSpPr>
          <p:cNvPr id="534" name="CustomShape 10"/>
          <p:cNvGrpSpPr/>
          <p:nvPr/>
        </p:nvGrpSpPr>
        <p:grpSpPr>
          <a:xfrm>
            <a:off x="5700818" y="2938240"/>
            <a:ext cx="2385724" cy="1438565"/>
            <a:chOff x="-1" y="0"/>
            <a:chExt cx="2385723" cy="1438563"/>
          </a:xfrm>
        </p:grpSpPr>
        <p:sp>
          <p:nvSpPr>
            <p:cNvPr id="532" name="Овал"/>
            <p:cNvSpPr/>
            <p:nvPr/>
          </p:nvSpPr>
          <p:spPr>
            <a:xfrm>
              <a:off x="-2" y="-1"/>
              <a:ext cx="2385725" cy="1438564"/>
            </a:xfrm>
            <a:prstGeom prst="ellipse">
              <a:avLst/>
            </a:prstGeom>
            <a:solidFill>
              <a:schemeClr val="accent1"/>
            </a:solidFill>
            <a:ln w="9360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pc="-1" sz="2000">
                  <a:latin typeface="+mj-lt"/>
                  <a:ea typeface="+mj-ea"/>
                  <a:cs typeface="+mj-cs"/>
                  <a:sym typeface="Arial"/>
                </a:defRPr>
              </a:pPr>
            </a:p>
          </p:txBody>
        </p:sp>
        <p:sp>
          <p:nvSpPr>
            <p:cNvPr id="533" name="Несплошные"/>
            <p:cNvSpPr txBox="1"/>
            <p:nvPr/>
          </p:nvSpPr>
          <p:spPr>
            <a:xfrm>
              <a:off x="385230" y="533625"/>
              <a:ext cx="1615259" cy="37130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4999" tIns="44999" rIns="44999" bIns="44999" numCol="1" anchor="ctr">
              <a:spAutoFit/>
            </a:bodyPr>
            <a:lstStyle>
              <a:lvl1pPr algn="ctr">
                <a:defRPr b="1" spc="-1" sz="2000">
                  <a:solidFill>
                    <a:srgbClr val="FFFFFF"/>
                  </a:solidFill>
                  <a:latin typeface="Times New Roman"/>
                  <a:ea typeface="Times New Roman"/>
                  <a:cs typeface="Times New Roman"/>
                  <a:sym typeface="Times New Roman"/>
                </a:defRPr>
              </a:lvl1pPr>
            </a:lstStyle>
            <a:p>
              <a:pPr/>
              <a:r>
                <a:t>Несплошные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  <p:cond evt="onBegin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afterEffect" presetID="10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5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7" dur="2000"/>
                                        <p:tgtEl>
                                          <p:spTgt spid="5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517" grpId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Заголовок 1"/>
          <p:cNvSpPr txBox="1"/>
          <p:nvPr>
            <p:ph type="title"/>
          </p:nvPr>
        </p:nvSpPr>
        <p:spPr>
          <a:xfrm>
            <a:off x="457199" y="222840"/>
            <a:ext cx="8229242" cy="1246681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537" name="Прямоугольник 3"/>
          <p:cNvSpPr txBox="1"/>
          <p:nvPr/>
        </p:nvSpPr>
        <p:spPr>
          <a:xfrm>
            <a:off x="690697" y="2045063"/>
            <a:ext cx="7411540" cy="22100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3600">
                <a:latin typeface="+mj-lt"/>
                <a:ea typeface="+mj-ea"/>
                <a:cs typeface="+mj-cs"/>
                <a:sym typeface="Arial"/>
              </a:defRPr>
            </a:pPr>
            <a:r>
              <a:t>1 этап – Работа до чтения:</a:t>
            </a:r>
          </a:p>
          <a:p>
            <a:pPr>
              <a:defRPr sz="3600"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+mj-lt"/>
                <a:ea typeface="+mj-ea"/>
                <a:cs typeface="+mj-cs"/>
                <a:sym typeface="Arial"/>
              </a:defRPr>
            </a:pPr>
            <a:r>
              <a:rPr>
                <a:hlinkClick r:id="rId2" invalidUrl="" action="ppaction://hlinksldjump" tgtFrame="" tooltip="" history="1" highlightClick="0" endSnd="0"/>
              </a:rPr>
              <a:t>«Попробуй найти!»</a:t>
            </a:r>
          </a:p>
          <a:p>
            <a:pPr>
              <a:defRPr sz="3600"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+mj-lt"/>
                <a:ea typeface="+mj-ea"/>
                <a:cs typeface="+mj-cs"/>
                <a:sym typeface="Arial"/>
              </a:defRPr>
            </a:pPr>
            <a:r>
              <a:rPr>
                <a:hlinkClick r:id="rId3" invalidUrl="" action="ppaction://hlinksldjump" tgtFrame="" tooltip="" history="1" highlightClick="0" endSnd="0"/>
              </a:rPr>
              <a:t>«Банк гипотез»</a:t>
            </a:r>
          </a:p>
          <a:p>
            <a:pPr>
              <a:defRPr sz="3600"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+mj-lt"/>
                <a:ea typeface="+mj-ea"/>
                <a:cs typeface="+mj-cs"/>
                <a:sym typeface="Arial"/>
              </a:defRPr>
            </a:pPr>
            <a:r>
              <a:rPr>
                <a:hlinkClick r:id="rId4" invalidUrl="" action="ppaction://hlinksldjump" tgtFrame="" tooltip="" history="1" highlightClick="0" endSnd="0"/>
              </a:rPr>
              <a:t>«Верите ли Вы?»</a:t>
            </a:r>
          </a:p>
        </p:txBody>
      </p:sp>
      <p:sp>
        <p:nvSpPr>
          <p:cNvPr id="538" name="CustomShape 1"/>
          <p:cNvSpPr txBox="1"/>
          <p:nvPr>
            <p:ph type="body" sz="quarter" idx="1"/>
          </p:nvPr>
        </p:nvSpPr>
        <p:spPr>
          <a:xfrm>
            <a:off x="424541" y="83994"/>
            <a:ext cx="8229242" cy="1246684"/>
          </a:xfrm>
          <a:prstGeom prst="rect">
            <a:avLst/>
          </a:prstGeom>
          <a:gradFill>
            <a:gsLst>
              <a:gs pos="0">
                <a:srgbClr val="FDEADA"/>
              </a:gs>
              <a:gs pos="100000">
                <a:srgbClr val="FAC090"/>
              </a:gs>
            </a:gsLst>
            <a:lin ang="5400000"/>
          </a:gradFill>
        </p:spPr>
        <p:txBody>
          <a:bodyPr lIns="44999" tIns="44999" rIns="44999" bIns="44999"/>
          <a:lstStyle/>
          <a:p>
            <a:pPr/>
            <a:r>
              <a:t>Работа с текстом учебника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Подзаголовок 2"/>
          <p:cNvSpPr txBox="1"/>
          <p:nvPr>
            <p:ph type="body" sz="quarter" idx="1"/>
          </p:nvPr>
        </p:nvSpPr>
        <p:spPr>
          <a:xfrm>
            <a:off x="595992" y="2805658"/>
            <a:ext cx="8229242" cy="1246682"/>
          </a:xfrm>
          <a:prstGeom prst="rect">
            <a:avLst/>
          </a:prstGeom>
        </p:spPr>
        <p:txBody>
          <a:bodyPr/>
          <a:lstStyle/>
          <a:p>
            <a:pPr marL="107442" indent="-107442" defTabSz="429768">
              <a:spcBef>
                <a:spcPts val="400"/>
              </a:spcBef>
              <a:defRPr sz="1500"/>
            </a:pPr>
            <a:r>
              <a:t>2 этап – Работа непосредственно с текстом учебника:</a:t>
            </a:r>
          </a:p>
          <a:p>
            <a:pPr marL="107442" indent="-107442" defTabSz="429768">
              <a:spcBef>
                <a:spcPts val="400"/>
              </a:spcBef>
              <a:defRPr sz="1500"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</a:defRPr>
            </a:pPr>
            <a:r>
              <a:rPr>
                <a:hlinkClick r:id="rId2" invalidUrl="" action="ppaction://hlinksldjump" tgtFrame="" tooltip="" history="1" highlightClick="0" endSnd="0"/>
              </a:rPr>
              <a:t>«</a:t>
            </a:r>
            <a:r>
              <a:rPr>
                <a:hlinkClick r:id="rId2" invalidUrl="" action="ppaction://hlinksldjump" tgtFrame="" tooltip="" history="1" highlightClick="0" endSnd="0"/>
              </a:rPr>
              <a:t>Инсерт</a:t>
            </a:r>
            <a:r>
              <a:rPr>
                <a:hlinkClick r:id="rId2" invalidUrl="" action="ppaction://hlinksldjump" tgtFrame="" tooltip="" history="1" highlightClick="0" endSnd="0"/>
              </a:rPr>
              <a:t>»</a:t>
            </a:r>
          </a:p>
          <a:p>
            <a:pPr marL="107442" indent="-107442" defTabSz="429768">
              <a:spcBef>
                <a:spcPts val="400"/>
              </a:spcBef>
              <a:defRPr sz="1500"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</a:defRPr>
            </a:pPr>
            <a:r>
              <a:rPr>
                <a:hlinkClick r:id="rId3" invalidUrl="" action="ppaction://hlinksldjump" tgtFrame="" tooltip="" history="1" highlightClick="0" endSnd="0"/>
              </a:rPr>
              <a:t>«План»</a:t>
            </a:r>
          </a:p>
          <a:p>
            <a:pPr marL="107442" indent="-107442" defTabSz="429768">
              <a:spcBef>
                <a:spcPts val="400"/>
              </a:spcBef>
              <a:defRPr sz="1500"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</a:defRPr>
            </a:pPr>
            <a:r>
              <a:rPr>
                <a:hlinkClick r:id="rId4" invalidUrl="" action="ppaction://hlinksldjump" tgtFrame="" tooltip="" history="1" highlightClick="0" endSnd="0"/>
              </a:rPr>
              <a:t>«Тезисы»</a:t>
            </a:r>
          </a:p>
        </p:txBody>
      </p:sp>
      <p:sp>
        <p:nvSpPr>
          <p:cNvPr id="541" name="CustomShape 1"/>
          <p:cNvSpPr txBox="1"/>
          <p:nvPr>
            <p:ph type="title"/>
          </p:nvPr>
        </p:nvSpPr>
        <p:spPr>
          <a:xfrm>
            <a:off x="595992" y="92209"/>
            <a:ext cx="8229242" cy="1246684"/>
          </a:xfrm>
          <a:prstGeom prst="rect">
            <a:avLst/>
          </a:prstGeom>
          <a:gradFill>
            <a:gsLst>
              <a:gs pos="0">
                <a:srgbClr val="FDEADA"/>
              </a:gs>
              <a:gs pos="100000">
                <a:srgbClr val="FAC090"/>
              </a:gs>
            </a:gsLst>
            <a:lin ang="5400000"/>
          </a:gradFill>
        </p:spPr>
        <p:txBody>
          <a:bodyPr lIns="44999" tIns="44999" rIns="44999" bIns="44999"/>
          <a:lstStyle/>
          <a:p>
            <a:pPr/>
            <a:r>
              <a:t>Работа с текстом учебника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Подзаголовок 2"/>
          <p:cNvSpPr txBox="1"/>
          <p:nvPr>
            <p:ph type="body" sz="quarter" idx="1"/>
          </p:nvPr>
        </p:nvSpPr>
        <p:spPr>
          <a:xfrm>
            <a:off x="595992" y="2805658"/>
            <a:ext cx="8229242" cy="1246682"/>
          </a:xfrm>
          <a:prstGeom prst="rect">
            <a:avLst/>
          </a:prstGeom>
        </p:spPr>
        <p:txBody>
          <a:bodyPr/>
          <a:lstStyle/>
          <a:p>
            <a:pPr marL="107442" indent="-107442" defTabSz="429768">
              <a:spcBef>
                <a:spcPts val="400"/>
              </a:spcBef>
              <a:defRPr sz="1500"/>
            </a:pPr>
            <a:r>
              <a:t>3 этап – После чтения:</a:t>
            </a:r>
          </a:p>
          <a:p>
            <a:pPr marL="107442" indent="-107442" defTabSz="429768">
              <a:spcBef>
                <a:spcPts val="400"/>
              </a:spcBef>
              <a:defRPr sz="1500"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</a:defRPr>
            </a:pPr>
            <a:r>
              <a:rPr>
                <a:hlinkClick r:id="rId2" invalidUrl="" action="ppaction://hlinksldjump" tgtFrame="" tooltip="" history="1" highlightClick="0" endSnd="0"/>
              </a:rPr>
              <a:t>«Дерево знаний»</a:t>
            </a:r>
          </a:p>
          <a:p>
            <a:pPr marL="107442" indent="-107442" defTabSz="429768">
              <a:spcBef>
                <a:spcPts val="400"/>
              </a:spcBef>
              <a:defRPr sz="1500"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</a:defRPr>
            </a:pPr>
            <a:r>
              <a:rPr>
                <a:hlinkClick r:id="rId3" invalidUrl="" action="ppaction://hlinksldjump" tgtFrame="" tooltip="" history="1" highlightClick="0" endSnd="0"/>
              </a:rPr>
              <a:t>«</a:t>
            </a:r>
            <a:r>
              <a:rPr>
                <a:hlinkClick r:id="rId3" invalidUrl="" action="ppaction://hlinksldjump" tgtFrame="" tooltip="" history="1" highlightClick="0" endSnd="0"/>
              </a:rPr>
              <a:t>Фишбоун</a:t>
            </a:r>
            <a:r>
              <a:rPr>
                <a:hlinkClick r:id="rId3" invalidUrl="" action="ppaction://hlinksldjump" tgtFrame="" tooltip="" history="1" highlightClick="0" endSnd="0"/>
              </a:rPr>
              <a:t>»</a:t>
            </a:r>
          </a:p>
          <a:p>
            <a:pPr marL="107442" indent="-107442" defTabSz="429768">
              <a:spcBef>
                <a:spcPts val="400"/>
              </a:spcBef>
              <a:defRPr sz="1500"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</a:defRPr>
            </a:pPr>
            <a:r>
              <a:rPr>
                <a:hlinkClick r:id="rId4" invalidUrl="" action="ppaction://hlinksldjump" tgtFrame="" tooltip="" history="1" highlightClick="0" endSnd="0"/>
              </a:rPr>
              <a:t>«Кубик </a:t>
            </a:r>
            <a:r>
              <a:rPr>
                <a:hlinkClick r:id="rId4" invalidUrl="" action="ppaction://hlinksldjump" tgtFrame="" tooltip="" history="1" highlightClick="0" endSnd="0"/>
              </a:rPr>
              <a:t>Блума</a:t>
            </a:r>
            <a:r>
              <a:rPr>
                <a:hlinkClick r:id="rId4" invalidUrl="" action="ppaction://hlinksldjump" tgtFrame="" tooltip="" history="1" highlightClick="0" endSnd="0"/>
              </a:rPr>
              <a:t>»</a:t>
            </a:r>
          </a:p>
        </p:txBody>
      </p:sp>
      <p:sp>
        <p:nvSpPr>
          <p:cNvPr id="544" name="CustomShape 1"/>
          <p:cNvSpPr txBox="1"/>
          <p:nvPr>
            <p:ph type="title"/>
          </p:nvPr>
        </p:nvSpPr>
        <p:spPr>
          <a:xfrm>
            <a:off x="457379" y="59553"/>
            <a:ext cx="8229242" cy="1246684"/>
          </a:xfrm>
          <a:prstGeom prst="rect">
            <a:avLst/>
          </a:prstGeom>
          <a:gradFill>
            <a:gsLst>
              <a:gs pos="0">
                <a:srgbClr val="FDEADA"/>
              </a:gs>
              <a:gs pos="100000">
                <a:srgbClr val="FAC090"/>
              </a:gs>
            </a:gsLst>
            <a:lin ang="5400000"/>
          </a:gradFill>
        </p:spPr>
        <p:txBody>
          <a:bodyPr lIns="44999" tIns="44999" rIns="44999" bIns="44999"/>
          <a:lstStyle/>
          <a:p>
            <a:pPr/>
            <a:r>
              <a:t>Работа с текстом учебника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Прямоугольник"/>
          <p:cNvSpPr/>
          <p:nvPr/>
        </p:nvSpPr>
        <p:spPr>
          <a:xfrm>
            <a:off x="457560" y="175706"/>
            <a:ext cx="8228880" cy="1367281"/>
          </a:xfrm>
          <a:prstGeom prst="rect">
            <a:avLst/>
          </a:prstGeom>
          <a:gradFill>
            <a:gsLst>
              <a:gs pos="0">
                <a:srgbClr val="FDEADA"/>
              </a:gs>
              <a:gs pos="100000">
                <a:srgbClr val="FAC090"/>
              </a:gs>
            </a:gsLst>
            <a:lin ang="5400000"/>
          </a:gra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 spc="-1" sz="4400"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547" name="«Попробуй найти»"/>
          <p:cNvSpPr txBox="1"/>
          <p:nvPr/>
        </p:nvSpPr>
        <p:spPr>
          <a:xfrm>
            <a:off x="502560" y="175706"/>
            <a:ext cx="8138880" cy="13672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normAutofit fontScale="100000" lnSpcReduction="0"/>
          </a:bodyPr>
          <a:lstStyle>
            <a:lvl1pPr algn="ctr">
              <a:defRPr b="1" spc="-100" sz="44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pPr/>
            <a:r>
              <a:t>«Попробуй найти»</a:t>
            </a:r>
          </a:p>
        </p:txBody>
      </p:sp>
      <p:sp>
        <p:nvSpPr>
          <p:cNvPr id="548" name="CustomShape 2"/>
          <p:cNvSpPr txBox="1"/>
          <p:nvPr/>
        </p:nvSpPr>
        <p:spPr>
          <a:xfrm>
            <a:off x="502200" y="1600200"/>
            <a:ext cx="8138880" cy="49964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>
            <a:normAutofit fontScale="100000" lnSpcReduction="0"/>
          </a:bodyPr>
          <a:lstStyle>
            <a:lvl1pPr marL="341639" indent="-340919">
              <a:spcBef>
                <a:spcPts val="600"/>
              </a:spcBef>
              <a:defRPr sz="2800">
                <a:solidFill>
                  <a:srgbClr val="1F497D"/>
                </a:solidFill>
                <a:latin typeface="+mj-lt"/>
                <a:ea typeface="+mj-ea"/>
                <a:cs typeface="+mj-cs"/>
                <a:sym typeface="Arial"/>
              </a:defRPr>
            </a:lvl1pPr>
          </a:lstStyle>
          <a:p>
            <a:pPr/>
            <a:r>
              <a:t>		Учитель сообщает классу название параграфа. Ученики должны быстро с помощью оглавления найти данный раздел учебника и зачитать несколько строк из него. Во время игры развиваются внимательность, быстрота реакции, ориентация в логическом изложении математического материала в учебнике.</a:t>
            </a:r>
          </a:p>
        </p:txBody>
      </p:sp>
      <p:grpSp>
        <p:nvGrpSpPr>
          <p:cNvPr id="553" name="Управляющая кнопка: домой 3">
            <a:hlinkClick r:id="rId2" invalidUrl="" action="ppaction://hlinksldjump" tgtFrame="" tooltip="" history="1" highlightClick="0" endSnd="0"/>
          </p:cNvPr>
          <p:cNvGrpSpPr/>
          <p:nvPr/>
        </p:nvGrpSpPr>
        <p:grpSpPr>
          <a:xfrm>
            <a:off x="7347856" y="6425292"/>
            <a:ext cx="375561" cy="310247"/>
            <a:chOff x="0" y="-1"/>
            <a:chExt cx="375560" cy="310246"/>
          </a:xfrm>
        </p:grpSpPr>
        <p:sp>
          <p:nvSpPr>
            <p:cNvPr id="549" name="Прямоугольник"/>
            <p:cNvSpPr/>
            <p:nvPr/>
          </p:nvSpPr>
          <p:spPr>
            <a:xfrm>
              <a:off x="-1" y="-2"/>
              <a:ext cx="375560" cy="310247"/>
            </a:xfrm>
            <a:prstGeom prst="rect">
              <a:avLst/>
            </a:prstGeom>
            <a:solidFill>
              <a:schemeClr val="accent1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Arial"/>
                </a:defRPr>
              </a:pPr>
            </a:p>
          </p:txBody>
        </p:sp>
        <p:sp>
          <p:nvSpPr>
            <p:cNvPr id="550" name="Фигура"/>
            <p:cNvSpPr/>
            <p:nvPr/>
          </p:nvSpPr>
          <p:spPr>
            <a:xfrm>
              <a:off x="100522" y="53322"/>
              <a:ext cx="174515" cy="21814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9800" y="5760"/>
                  </a:moveTo>
                  <a:lnTo>
                    <a:pt x="19800" y="0"/>
                  </a:lnTo>
                  <a:lnTo>
                    <a:pt x="16200" y="0"/>
                  </a:lnTo>
                  <a:lnTo>
                    <a:pt x="16200" y="2880"/>
                  </a:lnTo>
                  <a:close/>
                  <a:moveTo>
                    <a:pt x="0" y="10080"/>
                  </a:moveTo>
                  <a:lnTo>
                    <a:pt x="0" y="21600"/>
                  </a:lnTo>
                  <a:lnTo>
                    <a:pt x="9000" y="21600"/>
                  </a:lnTo>
                  <a:lnTo>
                    <a:pt x="9000" y="15840"/>
                  </a:lnTo>
                  <a:lnTo>
                    <a:pt x="12600" y="15840"/>
                  </a:lnTo>
                  <a:lnTo>
                    <a:pt x="12600" y="21600"/>
                  </a:lnTo>
                  <a:lnTo>
                    <a:pt x="21600" y="21600"/>
                  </a:lnTo>
                  <a:lnTo>
                    <a:pt x="21600" y="10080"/>
                  </a:lnTo>
                  <a:close/>
                </a:path>
              </a:pathLst>
            </a:custGeom>
            <a:solidFill>
              <a:srgbClr val="000000">
                <a:alpha val="2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Arial"/>
                </a:defRPr>
              </a:pPr>
            </a:p>
          </p:txBody>
        </p:sp>
        <p:sp>
          <p:nvSpPr>
            <p:cNvPr id="551" name="Фигура"/>
            <p:cNvSpPr/>
            <p:nvPr/>
          </p:nvSpPr>
          <p:spPr>
            <a:xfrm>
              <a:off x="71436" y="38779"/>
              <a:ext cx="232686" cy="23268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0"/>
                  </a:moveTo>
                  <a:lnTo>
                    <a:pt x="0" y="10800"/>
                  </a:lnTo>
                  <a:lnTo>
                    <a:pt x="21600" y="10800"/>
                  </a:lnTo>
                  <a:close/>
                  <a:moveTo>
                    <a:pt x="9450" y="16200"/>
                  </a:moveTo>
                  <a:lnTo>
                    <a:pt x="12150" y="16200"/>
                  </a:lnTo>
                  <a:lnTo>
                    <a:pt x="12150" y="21600"/>
                  </a:lnTo>
                  <a:lnTo>
                    <a:pt x="9450" y="21600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Arial"/>
                </a:defRPr>
              </a:pPr>
            </a:p>
          </p:txBody>
        </p:sp>
        <p:sp>
          <p:nvSpPr>
            <p:cNvPr id="552" name="Фигура"/>
            <p:cNvSpPr/>
            <p:nvPr/>
          </p:nvSpPr>
          <p:spPr>
            <a:xfrm>
              <a:off x="-1" y="-2"/>
              <a:ext cx="375562" cy="31024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2700"/>
                  </a:moveTo>
                  <a:lnTo>
                    <a:pt x="13309" y="5737"/>
                  </a:lnTo>
                  <a:lnTo>
                    <a:pt x="13309" y="3712"/>
                  </a:lnTo>
                  <a:lnTo>
                    <a:pt x="14982" y="3712"/>
                  </a:lnTo>
                  <a:lnTo>
                    <a:pt x="14982" y="7763"/>
                  </a:lnTo>
                  <a:lnTo>
                    <a:pt x="17491" y="10800"/>
                  </a:lnTo>
                  <a:lnTo>
                    <a:pt x="15818" y="10800"/>
                  </a:lnTo>
                  <a:lnTo>
                    <a:pt x="15818" y="18900"/>
                  </a:lnTo>
                  <a:lnTo>
                    <a:pt x="5782" y="18900"/>
                  </a:lnTo>
                  <a:lnTo>
                    <a:pt x="5782" y="10800"/>
                  </a:lnTo>
                  <a:lnTo>
                    <a:pt x="4109" y="10800"/>
                  </a:lnTo>
                  <a:close/>
                  <a:moveTo>
                    <a:pt x="13309" y="5737"/>
                  </a:moveTo>
                  <a:lnTo>
                    <a:pt x="14982" y="7763"/>
                  </a:lnTo>
                  <a:moveTo>
                    <a:pt x="15818" y="10800"/>
                  </a:moveTo>
                  <a:lnTo>
                    <a:pt x="5782" y="10800"/>
                  </a:lnTo>
                  <a:moveTo>
                    <a:pt x="9964" y="18900"/>
                  </a:moveTo>
                  <a:lnTo>
                    <a:pt x="9964" y="14850"/>
                  </a:lnTo>
                  <a:lnTo>
                    <a:pt x="11636" y="14850"/>
                  </a:lnTo>
                  <a:lnTo>
                    <a:pt x="11636" y="18900"/>
                  </a:lnTo>
                  <a:moveTo>
                    <a:pt x="0" y="0"/>
                  </a:moveTo>
                  <a:lnTo>
                    <a:pt x="21600" y="0"/>
                  </a:ln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noFill/>
            <a:ln w="25400" cap="flat">
              <a:solidFill>
                <a:srgbClr val="3A5E8A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Arial"/>
                </a:defRPr>
              </a:pP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7" name="CustomShape 1"/>
          <p:cNvGrpSpPr/>
          <p:nvPr/>
        </p:nvGrpSpPr>
        <p:grpSpPr>
          <a:xfrm>
            <a:off x="457200" y="188638"/>
            <a:ext cx="8228881" cy="1367284"/>
            <a:chOff x="0" y="0"/>
            <a:chExt cx="8228879" cy="1367283"/>
          </a:xfrm>
        </p:grpSpPr>
        <p:sp>
          <p:nvSpPr>
            <p:cNvPr id="555" name="Прямоугольник"/>
            <p:cNvSpPr/>
            <p:nvPr/>
          </p:nvSpPr>
          <p:spPr>
            <a:xfrm>
              <a:off x="0" y="-1"/>
              <a:ext cx="8228881" cy="1367284"/>
            </a:xfrm>
            <a:prstGeom prst="rect">
              <a:avLst/>
            </a:prstGeom>
            <a:gradFill flip="none" rotWithShape="1">
              <a:gsLst>
                <a:gs pos="0">
                  <a:srgbClr val="FDEADA"/>
                </a:gs>
                <a:gs pos="100000">
                  <a:srgbClr val="FAC090"/>
                </a:gs>
              </a:gsLst>
              <a:lin ang="5400000" scaled="0"/>
            </a:gra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pc="-1" sz="4400">
                  <a:latin typeface="+mj-lt"/>
                  <a:ea typeface="+mj-ea"/>
                  <a:cs typeface="+mj-cs"/>
                  <a:sym typeface="Arial"/>
                </a:defRPr>
              </a:pPr>
            </a:p>
          </p:txBody>
        </p:sp>
        <p:sp>
          <p:nvSpPr>
            <p:cNvPr id="556" name="«Банк гипотез»"/>
            <p:cNvSpPr txBox="1"/>
            <p:nvPr/>
          </p:nvSpPr>
          <p:spPr>
            <a:xfrm>
              <a:off x="45000" y="-1"/>
              <a:ext cx="8138881" cy="136728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4999" tIns="44999" rIns="44999" bIns="44999" numCol="1" anchor="ctr">
              <a:normAutofit fontScale="100000" lnSpcReduction="0"/>
            </a:bodyPr>
            <a:lstStyle>
              <a:lvl1pPr algn="ctr">
                <a:defRPr b="1" spc="-100" sz="4400">
                  <a:solidFill>
                    <a:srgbClr val="FFFFFF"/>
                  </a:solidFill>
                  <a:latin typeface="Times New Roman"/>
                  <a:ea typeface="Times New Roman"/>
                  <a:cs typeface="Times New Roman"/>
                  <a:sym typeface="Times New Roman"/>
                </a:defRPr>
              </a:lvl1pPr>
            </a:lstStyle>
            <a:p>
              <a:pPr/>
              <a:r>
                <a:t>«Банк гипотез»</a:t>
              </a:r>
            </a:p>
          </p:txBody>
        </p:sp>
      </p:grpSp>
      <p:sp>
        <p:nvSpPr>
          <p:cNvPr id="558" name="CustomShape 2"/>
          <p:cNvSpPr txBox="1"/>
          <p:nvPr/>
        </p:nvSpPr>
        <p:spPr>
          <a:xfrm>
            <a:off x="502200" y="1600200"/>
            <a:ext cx="8138880" cy="49964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>
            <a:normAutofit fontScale="100000" lnSpcReduction="0"/>
          </a:bodyPr>
          <a:lstStyle/>
          <a:p>
            <a:pPr algn="just">
              <a:defRPr sz="2800">
                <a:solidFill>
                  <a:srgbClr val="1F497D"/>
                </a:solidFill>
                <a:latin typeface="+mj-lt"/>
                <a:ea typeface="+mj-ea"/>
                <a:cs typeface="+mj-cs"/>
                <a:sym typeface="Arial"/>
              </a:defRPr>
            </a:pPr>
            <a:r>
              <a:t>		</a:t>
            </a:r>
            <a:r>
              <a:rPr sz="2400"/>
              <a:t>Ученики «складывают» свои мысли о том, что будет сегодня на уроке изучаться в некий виртуальный банк. Можно предложения учеников записать на отдельных листочках, сложить в коробочку (банк). </a:t>
            </a:r>
            <a:endParaRPr sz="2400"/>
          </a:p>
          <a:p>
            <a:pPr algn="just">
              <a:defRPr sz="2400">
                <a:solidFill>
                  <a:srgbClr val="1F497D"/>
                </a:solidFill>
                <a:latin typeface="+mj-lt"/>
                <a:ea typeface="+mj-ea"/>
                <a:cs typeface="+mj-cs"/>
                <a:sym typeface="Arial"/>
              </a:defRPr>
            </a:pPr>
            <a:r>
              <a:t>Этот приём научит учеников выдвигать гипотезы исследования и определять, доказаны они или опровергнуты, что очень важно для формирования навыков научно – исследовательской деятельности учащихся при работе с литературой.</a:t>
            </a:r>
          </a:p>
        </p:txBody>
      </p:sp>
      <p:grpSp>
        <p:nvGrpSpPr>
          <p:cNvPr id="563" name="Управляющая кнопка: домой 3">
            <a:hlinkClick r:id="rId2" invalidUrl="" action="ppaction://hlinksldjump" tgtFrame="" tooltip="" history="1" highlightClick="0" endSnd="0"/>
          </p:cNvPr>
          <p:cNvGrpSpPr/>
          <p:nvPr/>
        </p:nvGrpSpPr>
        <p:grpSpPr>
          <a:xfrm>
            <a:off x="7347856" y="6425292"/>
            <a:ext cx="375561" cy="310247"/>
            <a:chOff x="0" y="-1"/>
            <a:chExt cx="375560" cy="310246"/>
          </a:xfrm>
        </p:grpSpPr>
        <p:sp>
          <p:nvSpPr>
            <p:cNvPr id="559" name="Прямоугольник"/>
            <p:cNvSpPr/>
            <p:nvPr/>
          </p:nvSpPr>
          <p:spPr>
            <a:xfrm>
              <a:off x="-1" y="-2"/>
              <a:ext cx="375560" cy="310247"/>
            </a:xfrm>
            <a:prstGeom prst="rect">
              <a:avLst/>
            </a:prstGeom>
            <a:solidFill>
              <a:schemeClr val="accent1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Arial"/>
                </a:defRPr>
              </a:pPr>
            </a:p>
          </p:txBody>
        </p:sp>
        <p:sp>
          <p:nvSpPr>
            <p:cNvPr id="560" name="Фигура"/>
            <p:cNvSpPr/>
            <p:nvPr/>
          </p:nvSpPr>
          <p:spPr>
            <a:xfrm>
              <a:off x="100522" y="53322"/>
              <a:ext cx="174515" cy="21814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9800" y="5760"/>
                  </a:moveTo>
                  <a:lnTo>
                    <a:pt x="19800" y="0"/>
                  </a:lnTo>
                  <a:lnTo>
                    <a:pt x="16200" y="0"/>
                  </a:lnTo>
                  <a:lnTo>
                    <a:pt x="16200" y="2880"/>
                  </a:lnTo>
                  <a:close/>
                  <a:moveTo>
                    <a:pt x="0" y="10080"/>
                  </a:moveTo>
                  <a:lnTo>
                    <a:pt x="0" y="21600"/>
                  </a:lnTo>
                  <a:lnTo>
                    <a:pt x="9000" y="21600"/>
                  </a:lnTo>
                  <a:lnTo>
                    <a:pt x="9000" y="15840"/>
                  </a:lnTo>
                  <a:lnTo>
                    <a:pt x="12600" y="15840"/>
                  </a:lnTo>
                  <a:lnTo>
                    <a:pt x="12600" y="21600"/>
                  </a:lnTo>
                  <a:lnTo>
                    <a:pt x="21600" y="21600"/>
                  </a:lnTo>
                  <a:lnTo>
                    <a:pt x="21600" y="10080"/>
                  </a:lnTo>
                  <a:close/>
                </a:path>
              </a:pathLst>
            </a:custGeom>
            <a:solidFill>
              <a:srgbClr val="000000">
                <a:alpha val="2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Arial"/>
                </a:defRPr>
              </a:pPr>
            </a:p>
          </p:txBody>
        </p:sp>
        <p:sp>
          <p:nvSpPr>
            <p:cNvPr id="561" name="Фигура"/>
            <p:cNvSpPr/>
            <p:nvPr/>
          </p:nvSpPr>
          <p:spPr>
            <a:xfrm>
              <a:off x="71436" y="38779"/>
              <a:ext cx="232686" cy="23268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0"/>
                  </a:moveTo>
                  <a:lnTo>
                    <a:pt x="0" y="10800"/>
                  </a:lnTo>
                  <a:lnTo>
                    <a:pt x="21600" y="10800"/>
                  </a:lnTo>
                  <a:close/>
                  <a:moveTo>
                    <a:pt x="9450" y="16200"/>
                  </a:moveTo>
                  <a:lnTo>
                    <a:pt x="12150" y="16200"/>
                  </a:lnTo>
                  <a:lnTo>
                    <a:pt x="12150" y="21600"/>
                  </a:lnTo>
                  <a:lnTo>
                    <a:pt x="9450" y="21600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Arial"/>
                </a:defRPr>
              </a:pPr>
            </a:p>
          </p:txBody>
        </p:sp>
        <p:sp>
          <p:nvSpPr>
            <p:cNvPr id="562" name="Фигура"/>
            <p:cNvSpPr/>
            <p:nvPr/>
          </p:nvSpPr>
          <p:spPr>
            <a:xfrm>
              <a:off x="-1" y="-2"/>
              <a:ext cx="375562" cy="31024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2700"/>
                  </a:moveTo>
                  <a:lnTo>
                    <a:pt x="13309" y="5737"/>
                  </a:lnTo>
                  <a:lnTo>
                    <a:pt x="13309" y="3712"/>
                  </a:lnTo>
                  <a:lnTo>
                    <a:pt x="14982" y="3712"/>
                  </a:lnTo>
                  <a:lnTo>
                    <a:pt x="14982" y="7763"/>
                  </a:lnTo>
                  <a:lnTo>
                    <a:pt x="17491" y="10800"/>
                  </a:lnTo>
                  <a:lnTo>
                    <a:pt x="15818" y="10800"/>
                  </a:lnTo>
                  <a:lnTo>
                    <a:pt x="15818" y="18900"/>
                  </a:lnTo>
                  <a:lnTo>
                    <a:pt x="5782" y="18900"/>
                  </a:lnTo>
                  <a:lnTo>
                    <a:pt x="5782" y="10800"/>
                  </a:lnTo>
                  <a:lnTo>
                    <a:pt x="4109" y="10800"/>
                  </a:lnTo>
                  <a:close/>
                  <a:moveTo>
                    <a:pt x="13309" y="5737"/>
                  </a:moveTo>
                  <a:lnTo>
                    <a:pt x="14982" y="7763"/>
                  </a:lnTo>
                  <a:moveTo>
                    <a:pt x="15818" y="10800"/>
                  </a:moveTo>
                  <a:lnTo>
                    <a:pt x="5782" y="10800"/>
                  </a:lnTo>
                  <a:moveTo>
                    <a:pt x="9964" y="18900"/>
                  </a:moveTo>
                  <a:lnTo>
                    <a:pt x="9964" y="14850"/>
                  </a:lnTo>
                  <a:lnTo>
                    <a:pt x="11636" y="14850"/>
                  </a:lnTo>
                  <a:lnTo>
                    <a:pt x="11636" y="18900"/>
                  </a:lnTo>
                  <a:moveTo>
                    <a:pt x="0" y="0"/>
                  </a:moveTo>
                  <a:lnTo>
                    <a:pt x="21600" y="0"/>
                  </a:ln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noFill/>
            <a:ln w="25400" cap="flat">
              <a:solidFill>
                <a:srgbClr val="3A5E8A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Arial"/>
                </a:defRPr>
              </a:pP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7" name="CustomShape 1"/>
          <p:cNvGrpSpPr/>
          <p:nvPr/>
        </p:nvGrpSpPr>
        <p:grpSpPr>
          <a:xfrm>
            <a:off x="457200" y="188638"/>
            <a:ext cx="8228881" cy="1367284"/>
            <a:chOff x="0" y="0"/>
            <a:chExt cx="8228879" cy="1367283"/>
          </a:xfrm>
        </p:grpSpPr>
        <p:sp>
          <p:nvSpPr>
            <p:cNvPr id="565" name="Прямоугольник"/>
            <p:cNvSpPr/>
            <p:nvPr/>
          </p:nvSpPr>
          <p:spPr>
            <a:xfrm>
              <a:off x="0" y="-1"/>
              <a:ext cx="8228881" cy="1367284"/>
            </a:xfrm>
            <a:prstGeom prst="rect">
              <a:avLst/>
            </a:prstGeom>
            <a:gradFill flip="none" rotWithShape="1">
              <a:gsLst>
                <a:gs pos="0">
                  <a:srgbClr val="FDEADA"/>
                </a:gs>
                <a:gs pos="100000">
                  <a:srgbClr val="FAC090"/>
                </a:gs>
              </a:gsLst>
              <a:lin ang="5400000" scaled="0"/>
            </a:gra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pc="-1" sz="4400">
                  <a:latin typeface="+mj-lt"/>
                  <a:ea typeface="+mj-ea"/>
                  <a:cs typeface="+mj-cs"/>
                  <a:sym typeface="Arial"/>
                </a:defRPr>
              </a:pPr>
            </a:p>
          </p:txBody>
        </p:sp>
        <p:sp>
          <p:nvSpPr>
            <p:cNvPr id="566" name="«Верите ли Вы?»"/>
            <p:cNvSpPr txBox="1"/>
            <p:nvPr/>
          </p:nvSpPr>
          <p:spPr>
            <a:xfrm>
              <a:off x="45000" y="-1"/>
              <a:ext cx="8138881" cy="136728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4999" tIns="44999" rIns="44999" bIns="44999" numCol="1" anchor="ctr">
              <a:normAutofit fontScale="100000" lnSpcReduction="0"/>
            </a:bodyPr>
            <a:lstStyle>
              <a:lvl1pPr algn="ctr">
                <a:defRPr b="1" spc="-100" sz="4400">
                  <a:solidFill>
                    <a:srgbClr val="FFFFFF"/>
                  </a:solidFill>
                  <a:latin typeface="Times New Roman"/>
                  <a:ea typeface="Times New Roman"/>
                  <a:cs typeface="Times New Roman"/>
                  <a:sym typeface="Times New Roman"/>
                </a:defRPr>
              </a:lvl1pPr>
            </a:lstStyle>
            <a:p>
              <a:pPr/>
              <a:r>
                <a:t>«Верите ли Вы?»</a:t>
              </a:r>
            </a:p>
          </p:txBody>
        </p:sp>
      </p:grpSp>
      <p:sp>
        <p:nvSpPr>
          <p:cNvPr id="568" name="CustomShape 2"/>
          <p:cNvSpPr txBox="1"/>
          <p:nvPr/>
        </p:nvSpPr>
        <p:spPr>
          <a:xfrm>
            <a:off x="502200" y="1600200"/>
            <a:ext cx="8138880" cy="49964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>
            <a:normAutofit fontScale="100000" lnSpcReduction="0"/>
          </a:bodyPr>
          <a:lstStyle/>
          <a:p>
            <a:pPr algn="just">
              <a:defRPr sz="2800">
                <a:solidFill>
                  <a:srgbClr val="1F497D"/>
                </a:solidFill>
                <a:latin typeface="+mj-lt"/>
                <a:ea typeface="+mj-ea"/>
                <a:cs typeface="+mj-cs"/>
                <a:sym typeface="Arial"/>
              </a:defRPr>
            </a:pPr>
            <a:r>
              <a:t>		</a:t>
            </a:r>
          </a:p>
          <a:p>
            <a:pPr algn="just">
              <a:defRPr sz="2800">
                <a:solidFill>
                  <a:srgbClr val="1F497D"/>
                </a:solidFill>
                <a:latin typeface="+mj-lt"/>
                <a:ea typeface="+mj-ea"/>
                <a:cs typeface="+mj-cs"/>
                <a:sym typeface="Arial"/>
              </a:defRPr>
            </a:pPr>
          </a:p>
          <a:p>
            <a:pPr algn="just">
              <a:defRPr sz="2800">
                <a:solidFill>
                  <a:srgbClr val="1F497D"/>
                </a:solidFill>
                <a:latin typeface="+mj-lt"/>
                <a:ea typeface="+mj-ea"/>
                <a:cs typeface="+mj-cs"/>
                <a:sym typeface="Arial"/>
              </a:defRPr>
            </a:pPr>
            <a:r>
              <a:t>	М</a:t>
            </a:r>
            <a:r>
              <a:rPr sz="2400"/>
              <a:t>ожет быть началом урока, когда учащиеся, выбирая «верные утверждения» из предложенных учителем, описывают заданную тему.</a:t>
            </a:r>
          </a:p>
        </p:txBody>
      </p:sp>
      <p:grpSp>
        <p:nvGrpSpPr>
          <p:cNvPr id="573" name="Управляющая кнопка: домой 3">
            <a:hlinkClick r:id="rId2" invalidUrl="" action="ppaction://hlinksldjump" tgtFrame="" tooltip="" history="1" highlightClick="0" endSnd="0"/>
          </p:cNvPr>
          <p:cNvGrpSpPr/>
          <p:nvPr/>
        </p:nvGrpSpPr>
        <p:grpSpPr>
          <a:xfrm>
            <a:off x="7347856" y="6425292"/>
            <a:ext cx="375561" cy="310247"/>
            <a:chOff x="0" y="-1"/>
            <a:chExt cx="375560" cy="310246"/>
          </a:xfrm>
        </p:grpSpPr>
        <p:sp>
          <p:nvSpPr>
            <p:cNvPr id="569" name="Прямоугольник"/>
            <p:cNvSpPr/>
            <p:nvPr/>
          </p:nvSpPr>
          <p:spPr>
            <a:xfrm>
              <a:off x="-1" y="-2"/>
              <a:ext cx="375560" cy="310247"/>
            </a:xfrm>
            <a:prstGeom prst="rect">
              <a:avLst/>
            </a:prstGeom>
            <a:solidFill>
              <a:schemeClr val="accent1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Arial"/>
                </a:defRPr>
              </a:pPr>
            </a:p>
          </p:txBody>
        </p:sp>
        <p:sp>
          <p:nvSpPr>
            <p:cNvPr id="570" name="Фигура"/>
            <p:cNvSpPr/>
            <p:nvPr/>
          </p:nvSpPr>
          <p:spPr>
            <a:xfrm>
              <a:off x="100522" y="53322"/>
              <a:ext cx="174515" cy="21814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9800" y="5760"/>
                  </a:moveTo>
                  <a:lnTo>
                    <a:pt x="19800" y="0"/>
                  </a:lnTo>
                  <a:lnTo>
                    <a:pt x="16200" y="0"/>
                  </a:lnTo>
                  <a:lnTo>
                    <a:pt x="16200" y="2880"/>
                  </a:lnTo>
                  <a:close/>
                  <a:moveTo>
                    <a:pt x="0" y="10080"/>
                  </a:moveTo>
                  <a:lnTo>
                    <a:pt x="0" y="21600"/>
                  </a:lnTo>
                  <a:lnTo>
                    <a:pt x="9000" y="21600"/>
                  </a:lnTo>
                  <a:lnTo>
                    <a:pt x="9000" y="15840"/>
                  </a:lnTo>
                  <a:lnTo>
                    <a:pt x="12600" y="15840"/>
                  </a:lnTo>
                  <a:lnTo>
                    <a:pt x="12600" y="21600"/>
                  </a:lnTo>
                  <a:lnTo>
                    <a:pt x="21600" y="21600"/>
                  </a:lnTo>
                  <a:lnTo>
                    <a:pt x="21600" y="10080"/>
                  </a:lnTo>
                  <a:close/>
                </a:path>
              </a:pathLst>
            </a:custGeom>
            <a:solidFill>
              <a:srgbClr val="000000">
                <a:alpha val="2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Arial"/>
                </a:defRPr>
              </a:pPr>
            </a:p>
          </p:txBody>
        </p:sp>
        <p:sp>
          <p:nvSpPr>
            <p:cNvPr id="571" name="Фигура"/>
            <p:cNvSpPr/>
            <p:nvPr/>
          </p:nvSpPr>
          <p:spPr>
            <a:xfrm>
              <a:off x="71436" y="38779"/>
              <a:ext cx="232686" cy="23268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0"/>
                  </a:moveTo>
                  <a:lnTo>
                    <a:pt x="0" y="10800"/>
                  </a:lnTo>
                  <a:lnTo>
                    <a:pt x="21600" y="10800"/>
                  </a:lnTo>
                  <a:close/>
                  <a:moveTo>
                    <a:pt x="9450" y="16200"/>
                  </a:moveTo>
                  <a:lnTo>
                    <a:pt x="12150" y="16200"/>
                  </a:lnTo>
                  <a:lnTo>
                    <a:pt x="12150" y="21600"/>
                  </a:lnTo>
                  <a:lnTo>
                    <a:pt x="9450" y="21600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Arial"/>
                </a:defRPr>
              </a:pPr>
            </a:p>
          </p:txBody>
        </p:sp>
        <p:sp>
          <p:nvSpPr>
            <p:cNvPr id="572" name="Фигура"/>
            <p:cNvSpPr/>
            <p:nvPr/>
          </p:nvSpPr>
          <p:spPr>
            <a:xfrm>
              <a:off x="-1" y="-2"/>
              <a:ext cx="375562" cy="31024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2700"/>
                  </a:moveTo>
                  <a:lnTo>
                    <a:pt x="13309" y="5737"/>
                  </a:lnTo>
                  <a:lnTo>
                    <a:pt x="13309" y="3712"/>
                  </a:lnTo>
                  <a:lnTo>
                    <a:pt x="14982" y="3712"/>
                  </a:lnTo>
                  <a:lnTo>
                    <a:pt x="14982" y="7763"/>
                  </a:lnTo>
                  <a:lnTo>
                    <a:pt x="17491" y="10800"/>
                  </a:lnTo>
                  <a:lnTo>
                    <a:pt x="15818" y="10800"/>
                  </a:lnTo>
                  <a:lnTo>
                    <a:pt x="15818" y="18900"/>
                  </a:lnTo>
                  <a:lnTo>
                    <a:pt x="5782" y="18900"/>
                  </a:lnTo>
                  <a:lnTo>
                    <a:pt x="5782" y="10800"/>
                  </a:lnTo>
                  <a:lnTo>
                    <a:pt x="4109" y="10800"/>
                  </a:lnTo>
                  <a:close/>
                  <a:moveTo>
                    <a:pt x="13309" y="5737"/>
                  </a:moveTo>
                  <a:lnTo>
                    <a:pt x="14982" y="7763"/>
                  </a:lnTo>
                  <a:moveTo>
                    <a:pt x="15818" y="10800"/>
                  </a:moveTo>
                  <a:lnTo>
                    <a:pt x="5782" y="10800"/>
                  </a:lnTo>
                  <a:moveTo>
                    <a:pt x="9964" y="18900"/>
                  </a:moveTo>
                  <a:lnTo>
                    <a:pt x="9964" y="14850"/>
                  </a:lnTo>
                  <a:lnTo>
                    <a:pt x="11636" y="14850"/>
                  </a:lnTo>
                  <a:lnTo>
                    <a:pt x="11636" y="18900"/>
                  </a:lnTo>
                  <a:moveTo>
                    <a:pt x="0" y="0"/>
                  </a:moveTo>
                  <a:lnTo>
                    <a:pt x="21600" y="0"/>
                  </a:ln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noFill/>
            <a:ln w="25400" cap="flat">
              <a:solidFill>
                <a:srgbClr val="3A5E8A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Arial"/>
                </a:defRPr>
              </a:pP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7" name="CustomShape 1"/>
          <p:cNvGrpSpPr/>
          <p:nvPr/>
        </p:nvGrpSpPr>
        <p:grpSpPr>
          <a:xfrm>
            <a:off x="457200" y="188638"/>
            <a:ext cx="8228881" cy="1367284"/>
            <a:chOff x="0" y="0"/>
            <a:chExt cx="8228879" cy="1367283"/>
          </a:xfrm>
        </p:grpSpPr>
        <p:sp>
          <p:nvSpPr>
            <p:cNvPr id="575" name="Прямоугольник"/>
            <p:cNvSpPr/>
            <p:nvPr/>
          </p:nvSpPr>
          <p:spPr>
            <a:xfrm>
              <a:off x="0" y="-1"/>
              <a:ext cx="8228881" cy="1367284"/>
            </a:xfrm>
            <a:prstGeom prst="rect">
              <a:avLst/>
            </a:prstGeom>
            <a:gradFill flip="none" rotWithShape="1">
              <a:gsLst>
                <a:gs pos="0">
                  <a:srgbClr val="FDEADA"/>
                </a:gs>
                <a:gs pos="100000">
                  <a:srgbClr val="FAC090"/>
                </a:gs>
              </a:gsLst>
              <a:lin ang="5400000" scaled="0"/>
            </a:gra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pc="-1" sz="4400">
                  <a:latin typeface="+mj-lt"/>
                  <a:ea typeface="+mj-ea"/>
                  <a:cs typeface="+mj-cs"/>
                  <a:sym typeface="Arial"/>
                </a:defRPr>
              </a:pPr>
            </a:p>
          </p:txBody>
        </p:sp>
        <p:sp>
          <p:nvSpPr>
            <p:cNvPr id="576" name="«Инсерт»"/>
            <p:cNvSpPr txBox="1"/>
            <p:nvPr/>
          </p:nvSpPr>
          <p:spPr>
            <a:xfrm>
              <a:off x="45000" y="-1"/>
              <a:ext cx="8138881" cy="136728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4999" tIns="44999" rIns="44999" bIns="44999" numCol="1" anchor="ctr">
              <a:normAutofit fontScale="100000" lnSpcReduction="0"/>
            </a:bodyPr>
            <a:lstStyle>
              <a:lvl1pPr algn="ctr">
                <a:defRPr b="1" spc="-100" sz="4400">
                  <a:solidFill>
                    <a:srgbClr val="FFFFFF"/>
                  </a:solidFill>
                  <a:latin typeface="Times New Roman"/>
                  <a:ea typeface="Times New Roman"/>
                  <a:cs typeface="Times New Roman"/>
                  <a:sym typeface="Times New Roman"/>
                </a:defRPr>
              </a:lvl1pPr>
            </a:lstStyle>
            <a:p>
              <a:pPr/>
              <a:r>
                <a:t>«Инсерт»</a:t>
              </a:r>
            </a:p>
          </p:txBody>
        </p:sp>
      </p:grpSp>
      <p:sp>
        <p:nvSpPr>
          <p:cNvPr id="578" name="CustomShape 2"/>
          <p:cNvSpPr txBox="1"/>
          <p:nvPr/>
        </p:nvSpPr>
        <p:spPr>
          <a:xfrm>
            <a:off x="502200" y="1600200"/>
            <a:ext cx="8138880" cy="49964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>
            <a:normAutofit fontScale="100000" lnSpcReduction="0"/>
          </a:bodyPr>
          <a:lstStyle/>
          <a:p>
            <a:pPr algn="just">
              <a:defRPr sz="2800">
                <a:solidFill>
                  <a:srgbClr val="1F497D"/>
                </a:solidFill>
                <a:latin typeface="+mj-lt"/>
                <a:ea typeface="+mj-ea"/>
                <a:cs typeface="+mj-cs"/>
                <a:sym typeface="Arial"/>
              </a:defRPr>
            </a:pPr>
            <a:r>
              <a:t>		</a:t>
            </a:r>
            <a:r>
              <a:rPr sz="2000"/>
              <a:t>Учащихся надо познакомить с рядом маркировочных знаков и предложить им по мере чтения ставить их карандашом на полях специально подобранного и распечатанного текста. Помечать следует отдельные абзацы или предложения в тексте. </a:t>
            </a:r>
            <a:endParaRPr sz="2000"/>
          </a:p>
          <a:p>
            <a:pPr algn="just">
              <a:defRPr sz="2000">
                <a:solidFill>
                  <a:srgbClr val="1F497D"/>
                </a:solidFill>
                <a:latin typeface="+mj-lt"/>
                <a:ea typeface="+mj-ea"/>
                <a:cs typeface="+mj-cs"/>
                <a:sym typeface="Arial"/>
              </a:defRPr>
            </a:pPr>
          </a:p>
          <a:p>
            <a:pPr algn="just">
              <a:defRPr sz="2000">
                <a:solidFill>
                  <a:srgbClr val="1F497D"/>
                </a:solidFill>
                <a:latin typeface="+mj-lt"/>
                <a:ea typeface="+mj-ea"/>
                <a:cs typeface="+mj-cs"/>
                <a:sym typeface="Arial"/>
              </a:defRPr>
            </a:pPr>
            <a:r>
              <a:t>v	Знакомая информация</a:t>
            </a:r>
          </a:p>
          <a:p>
            <a:pPr algn="just">
              <a:defRPr sz="2000">
                <a:solidFill>
                  <a:srgbClr val="1F497D"/>
                </a:solidFill>
                <a:latin typeface="+mj-lt"/>
                <a:ea typeface="+mj-ea"/>
                <a:cs typeface="+mj-cs"/>
                <a:sym typeface="Arial"/>
              </a:defRPr>
            </a:pPr>
            <a:r>
              <a:t>+	Новая информация</a:t>
            </a:r>
          </a:p>
          <a:p>
            <a:pPr algn="just">
              <a:defRPr sz="2000">
                <a:solidFill>
                  <a:srgbClr val="1F497D"/>
                </a:solidFill>
                <a:latin typeface="+mj-lt"/>
                <a:ea typeface="+mj-ea"/>
                <a:cs typeface="+mj-cs"/>
                <a:sym typeface="Arial"/>
              </a:defRPr>
            </a:pPr>
            <a:r>
              <a:t>--	Я думал (думала) иначе</a:t>
            </a:r>
          </a:p>
          <a:p>
            <a:pPr algn="just">
              <a:defRPr sz="2000">
                <a:solidFill>
                  <a:srgbClr val="1F497D"/>
                </a:solidFill>
                <a:latin typeface="+mj-lt"/>
                <a:ea typeface="+mj-ea"/>
                <a:cs typeface="+mj-cs"/>
                <a:sym typeface="Arial"/>
              </a:defRPr>
            </a:pPr>
            <a:r>
              <a:t>?	Это меня заинтересовало (удивило), хочу узнать больше</a:t>
            </a:r>
          </a:p>
        </p:txBody>
      </p:sp>
      <p:grpSp>
        <p:nvGrpSpPr>
          <p:cNvPr id="583" name="Управляющая кнопка: домой 3">
            <a:hlinkClick r:id="rId2" invalidUrl="" action="ppaction://hlinksldjump" tgtFrame="" tooltip="" history="1" highlightClick="0" endSnd="0"/>
          </p:cNvPr>
          <p:cNvGrpSpPr/>
          <p:nvPr/>
        </p:nvGrpSpPr>
        <p:grpSpPr>
          <a:xfrm>
            <a:off x="7347856" y="6425292"/>
            <a:ext cx="375561" cy="310247"/>
            <a:chOff x="0" y="-1"/>
            <a:chExt cx="375560" cy="310246"/>
          </a:xfrm>
        </p:grpSpPr>
        <p:sp>
          <p:nvSpPr>
            <p:cNvPr id="579" name="Прямоугольник"/>
            <p:cNvSpPr/>
            <p:nvPr/>
          </p:nvSpPr>
          <p:spPr>
            <a:xfrm>
              <a:off x="-1" y="-2"/>
              <a:ext cx="375560" cy="310247"/>
            </a:xfrm>
            <a:prstGeom prst="rect">
              <a:avLst/>
            </a:prstGeom>
            <a:solidFill>
              <a:schemeClr val="accent1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Arial"/>
                </a:defRPr>
              </a:pPr>
            </a:p>
          </p:txBody>
        </p:sp>
        <p:sp>
          <p:nvSpPr>
            <p:cNvPr id="580" name="Фигура"/>
            <p:cNvSpPr/>
            <p:nvPr/>
          </p:nvSpPr>
          <p:spPr>
            <a:xfrm>
              <a:off x="100522" y="53322"/>
              <a:ext cx="174515" cy="21814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9800" y="5760"/>
                  </a:moveTo>
                  <a:lnTo>
                    <a:pt x="19800" y="0"/>
                  </a:lnTo>
                  <a:lnTo>
                    <a:pt x="16200" y="0"/>
                  </a:lnTo>
                  <a:lnTo>
                    <a:pt x="16200" y="2880"/>
                  </a:lnTo>
                  <a:close/>
                  <a:moveTo>
                    <a:pt x="0" y="10080"/>
                  </a:moveTo>
                  <a:lnTo>
                    <a:pt x="0" y="21600"/>
                  </a:lnTo>
                  <a:lnTo>
                    <a:pt x="9000" y="21600"/>
                  </a:lnTo>
                  <a:lnTo>
                    <a:pt x="9000" y="15840"/>
                  </a:lnTo>
                  <a:lnTo>
                    <a:pt x="12600" y="15840"/>
                  </a:lnTo>
                  <a:lnTo>
                    <a:pt x="12600" y="21600"/>
                  </a:lnTo>
                  <a:lnTo>
                    <a:pt x="21600" y="21600"/>
                  </a:lnTo>
                  <a:lnTo>
                    <a:pt x="21600" y="10080"/>
                  </a:lnTo>
                  <a:close/>
                </a:path>
              </a:pathLst>
            </a:custGeom>
            <a:solidFill>
              <a:srgbClr val="000000">
                <a:alpha val="2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Arial"/>
                </a:defRPr>
              </a:pPr>
            </a:p>
          </p:txBody>
        </p:sp>
        <p:sp>
          <p:nvSpPr>
            <p:cNvPr id="581" name="Фигура"/>
            <p:cNvSpPr/>
            <p:nvPr/>
          </p:nvSpPr>
          <p:spPr>
            <a:xfrm>
              <a:off x="71436" y="38779"/>
              <a:ext cx="232686" cy="23268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0"/>
                  </a:moveTo>
                  <a:lnTo>
                    <a:pt x="0" y="10800"/>
                  </a:lnTo>
                  <a:lnTo>
                    <a:pt x="21600" y="10800"/>
                  </a:lnTo>
                  <a:close/>
                  <a:moveTo>
                    <a:pt x="9450" y="16200"/>
                  </a:moveTo>
                  <a:lnTo>
                    <a:pt x="12150" y="16200"/>
                  </a:lnTo>
                  <a:lnTo>
                    <a:pt x="12150" y="21600"/>
                  </a:lnTo>
                  <a:lnTo>
                    <a:pt x="9450" y="21600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Arial"/>
                </a:defRPr>
              </a:pPr>
            </a:p>
          </p:txBody>
        </p:sp>
        <p:sp>
          <p:nvSpPr>
            <p:cNvPr id="582" name="Фигура"/>
            <p:cNvSpPr/>
            <p:nvPr/>
          </p:nvSpPr>
          <p:spPr>
            <a:xfrm>
              <a:off x="-1" y="-2"/>
              <a:ext cx="375562" cy="31024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2700"/>
                  </a:moveTo>
                  <a:lnTo>
                    <a:pt x="13309" y="5737"/>
                  </a:lnTo>
                  <a:lnTo>
                    <a:pt x="13309" y="3712"/>
                  </a:lnTo>
                  <a:lnTo>
                    <a:pt x="14982" y="3712"/>
                  </a:lnTo>
                  <a:lnTo>
                    <a:pt x="14982" y="7763"/>
                  </a:lnTo>
                  <a:lnTo>
                    <a:pt x="17491" y="10800"/>
                  </a:lnTo>
                  <a:lnTo>
                    <a:pt x="15818" y="10800"/>
                  </a:lnTo>
                  <a:lnTo>
                    <a:pt x="15818" y="18900"/>
                  </a:lnTo>
                  <a:lnTo>
                    <a:pt x="5782" y="18900"/>
                  </a:lnTo>
                  <a:lnTo>
                    <a:pt x="5782" y="10800"/>
                  </a:lnTo>
                  <a:lnTo>
                    <a:pt x="4109" y="10800"/>
                  </a:lnTo>
                  <a:close/>
                  <a:moveTo>
                    <a:pt x="13309" y="5737"/>
                  </a:moveTo>
                  <a:lnTo>
                    <a:pt x="14982" y="7763"/>
                  </a:lnTo>
                  <a:moveTo>
                    <a:pt x="15818" y="10800"/>
                  </a:moveTo>
                  <a:lnTo>
                    <a:pt x="5782" y="10800"/>
                  </a:lnTo>
                  <a:moveTo>
                    <a:pt x="9964" y="18900"/>
                  </a:moveTo>
                  <a:lnTo>
                    <a:pt x="9964" y="14850"/>
                  </a:lnTo>
                  <a:lnTo>
                    <a:pt x="11636" y="14850"/>
                  </a:lnTo>
                  <a:lnTo>
                    <a:pt x="11636" y="18900"/>
                  </a:lnTo>
                  <a:moveTo>
                    <a:pt x="0" y="0"/>
                  </a:moveTo>
                  <a:lnTo>
                    <a:pt x="21600" y="0"/>
                  </a:ln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noFill/>
            <a:ln w="25400" cap="flat">
              <a:solidFill>
                <a:srgbClr val="3A5E8A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Arial"/>
                </a:defRPr>
              </a:pP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87" name="CustomShape 1"/>
          <p:cNvGrpSpPr/>
          <p:nvPr/>
        </p:nvGrpSpPr>
        <p:grpSpPr>
          <a:xfrm>
            <a:off x="457200" y="188638"/>
            <a:ext cx="8228881" cy="1367284"/>
            <a:chOff x="0" y="0"/>
            <a:chExt cx="8228879" cy="1367283"/>
          </a:xfrm>
        </p:grpSpPr>
        <p:sp>
          <p:nvSpPr>
            <p:cNvPr id="585" name="Прямоугольник"/>
            <p:cNvSpPr/>
            <p:nvPr/>
          </p:nvSpPr>
          <p:spPr>
            <a:xfrm>
              <a:off x="0" y="-1"/>
              <a:ext cx="8228881" cy="1367284"/>
            </a:xfrm>
            <a:prstGeom prst="rect">
              <a:avLst/>
            </a:prstGeom>
            <a:gradFill flip="none" rotWithShape="1">
              <a:gsLst>
                <a:gs pos="0">
                  <a:srgbClr val="FDEADA"/>
                </a:gs>
                <a:gs pos="100000">
                  <a:srgbClr val="FAC090"/>
                </a:gs>
              </a:gsLst>
              <a:lin ang="5400000" scaled="0"/>
            </a:gra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pc="-1" sz="4400">
                  <a:latin typeface="+mj-lt"/>
                  <a:ea typeface="+mj-ea"/>
                  <a:cs typeface="+mj-cs"/>
                  <a:sym typeface="Arial"/>
                </a:defRPr>
              </a:pPr>
            </a:p>
          </p:txBody>
        </p:sp>
        <p:sp>
          <p:nvSpPr>
            <p:cNvPr id="586" name="«План»"/>
            <p:cNvSpPr txBox="1"/>
            <p:nvPr/>
          </p:nvSpPr>
          <p:spPr>
            <a:xfrm>
              <a:off x="45000" y="-1"/>
              <a:ext cx="8138881" cy="136728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4999" tIns="44999" rIns="44999" bIns="44999" numCol="1" anchor="ctr">
              <a:normAutofit fontScale="100000" lnSpcReduction="0"/>
            </a:bodyPr>
            <a:lstStyle>
              <a:lvl1pPr algn="ctr">
                <a:defRPr b="1" spc="-100" sz="4400">
                  <a:solidFill>
                    <a:srgbClr val="FFFFFF"/>
                  </a:solidFill>
                  <a:latin typeface="Times New Roman"/>
                  <a:ea typeface="Times New Roman"/>
                  <a:cs typeface="Times New Roman"/>
                  <a:sym typeface="Times New Roman"/>
                </a:defRPr>
              </a:lvl1pPr>
            </a:lstStyle>
            <a:p>
              <a:pPr/>
              <a:r>
                <a:t>«План»</a:t>
              </a:r>
            </a:p>
          </p:txBody>
        </p:sp>
      </p:grpSp>
      <p:sp>
        <p:nvSpPr>
          <p:cNvPr id="588" name="CustomShape 2"/>
          <p:cNvSpPr txBox="1"/>
          <p:nvPr/>
        </p:nvSpPr>
        <p:spPr>
          <a:xfrm>
            <a:off x="502200" y="1600200"/>
            <a:ext cx="8138880" cy="49964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>
            <a:normAutofit fontScale="100000" lnSpcReduction="0"/>
          </a:bodyPr>
          <a:lstStyle/>
          <a:p>
            <a:pPr algn="just">
              <a:defRPr sz="2800">
                <a:solidFill>
                  <a:srgbClr val="1F497D"/>
                </a:solidFill>
                <a:latin typeface="+mj-lt"/>
                <a:ea typeface="+mj-ea"/>
                <a:cs typeface="+mj-cs"/>
                <a:sym typeface="Arial"/>
              </a:defRPr>
            </a:pPr>
            <a:r>
              <a:t>		</a:t>
            </a:r>
          </a:p>
          <a:p>
            <a:pPr>
              <a:defRPr sz="2800">
                <a:solidFill>
                  <a:srgbClr val="1F497D"/>
                </a:solidFill>
                <a:latin typeface="+mj-lt"/>
                <a:ea typeface="+mj-ea"/>
                <a:cs typeface="+mj-cs"/>
                <a:sym typeface="Arial"/>
              </a:defRPr>
            </a:pPr>
            <a:r>
              <a:t>	</a:t>
            </a:r>
            <a:r>
              <a:rPr sz="2400"/>
              <a:t>Еще одним непростым, но в то же время необходимым способом обработки информации из книги является составление </a:t>
            </a:r>
            <a:r>
              <a:rPr b="1" i="1" sz="2400"/>
              <a:t>плана</a:t>
            </a:r>
            <a:r>
              <a:rPr b="1" sz="2400"/>
              <a:t> </a:t>
            </a:r>
            <a:r>
              <a:rPr sz="2400"/>
              <a:t>прочитанного. Удачно составленный план говорит о конечном итоге, об умении анализировать текст, о степени усвоения содержания. </a:t>
            </a:r>
            <a:endParaRPr sz="2400"/>
          </a:p>
          <a:p>
            <a:pPr>
              <a:defRPr sz="2400">
                <a:solidFill>
                  <a:srgbClr val="1F497D"/>
                </a:solidFill>
                <a:latin typeface="+mj-lt"/>
                <a:ea typeface="+mj-ea"/>
                <a:cs typeface="+mj-cs"/>
                <a:sym typeface="Arial"/>
              </a:defRPr>
            </a:pPr>
            <a:r>
              <a:t>По плану ученикам будет легко восстановить в памяти содержание прочитанного.</a:t>
            </a:r>
          </a:p>
        </p:txBody>
      </p:sp>
      <p:grpSp>
        <p:nvGrpSpPr>
          <p:cNvPr id="593" name="Управляющая кнопка: домой 4">
            <a:hlinkClick r:id="rId2" invalidUrl="" action="ppaction://hlinksldjump" tgtFrame="" tooltip="" history="1" highlightClick="0" endSnd="0"/>
          </p:cNvPr>
          <p:cNvGrpSpPr/>
          <p:nvPr/>
        </p:nvGrpSpPr>
        <p:grpSpPr>
          <a:xfrm>
            <a:off x="7347856" y="6425292"/>
            <a:ext cx="375561" cy="310247"/>
            <a:chOff x="0" y="-1"/>
            <a:chExt cx="375560" cy="310246"/>
          </a:xfrm>
        </p:grpSpPr>
        <p:sp>
          <p:nvSpPr>
            <p:cNvPr id="589" name="Прямоугольник"/>
            <p:cNvSpPr/>
            <p:nvPr/>
          </p:nvSpPr>
          <p:spPr>
            <a:xfrm>
              <a:off x="-1" y="-2"/>
              <a:ext cx="375560" cy="310247"/>
            </a:xfrm>
            <a:prstGeom prst="rect">
              <a:avLst/>
            </a:prstGeom>
            <a:solidFill>
              <a:schemeClr val="accent1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Arial"/>
                </a:defRPr>
              </a:pPr>
            </a:p>
          </p:txBody>
        </p:sp>
        <p:sp>
          <p:nvSpPr>
            <p:cNvPr id="590" name="Фигура"/>
            <p:cNvSpPr/>
            <p:nvPr/>
          </p:nvSpPr>
          <p:spPr>
            <a:xfrm>
              <a:off x="100522" y="53322"/>
              <a:ext cx="174515" cy="21814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9800" y="5760"/>
                  </a:moveTo>
                  <a:lnTo>
                    <a:pt x="19800" y="0"/>
                  </a:lnTo>
                  <a:lnTo>
                    <a:pt x="16200" y="0"/>
                  </a:lnTo>
                  <a:lnTo>
                    <a:pt x="16200" y="2880"/>
                  </a:lnTo>
                  <a:close/>
                  <a:moveTo>
                    <a:pt x="0" y="10080"/>
                  </a:moveTo>
                  <a:lnTo>
                    <a:pt x="0" y="21600"/>
                  </a:lnTo>
                  <a:lnTo>
                    <a:pt x="9000" y="21600"/>
                  </a:lnTo>
                  <a:lnTo>
                    <a:pt x="9000" y="15840"/>
                  </a:lnTo>
                  <a:lnTo>
                    <a:pt x="12600" y="15840"/>
                  </a:lnTo>
                  <a:lnTo>
                    <a:pt x="12600" y="21600"/>
                  </a:lnTo>
                  <a:lnTo>
                    <a:pt x="21600" y="21600"/>
                  </a:lnTo>
                  <a:lnTo>
                    <a:pt x="21600" y="10080"/>
                  </a:lnTo>
                  <a:close/>
                </a:path>
              </a:pathLst>
            </a:custGeom>
            <a:solidFill>
              <a:srgbClr val="000000">
                <a:alpha val="2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Arial"/>
                </a:defRPr>
              </a:pPr>
            </a:p>
          </p:txBody>
        </p:sp>
        <p:sp>
          <p:nvSpPr>
            <p:cNvPr id="591" name="Фигура"/>
            <p:cNvSpPr/>
            <p:nvPr/>
          </p:nvSpPr>
          <p:spPr>
            <a:xfrm>
              <a:off x="71436" y="38779"/>
              <a:ext cx="232686" cy="23268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0"/>
                  </a:moveTo>
                  <a:lnTo>
                    <a:pt x="0" y="10800"/>
                  </a:lnTo>
                  <a:lnTo>
                    <a:pt x="21600" y="10800"/>
                  </a:lnTo>
                  <a:close/>
                  <a:moveTo>
                    <a:pt x="9450" y="16200"/>
                  </a:moveTo>
                  <a:lnTo>
                    <a:pt x="12150" y="16200"/>
                  </a:lnTo>
                  <a:lnTo>
                    <a:pt x="12150" y="21600"/>
                  </a:lnTo>
                  <a:lnTo>
                    <a:pt x="9450" y="21600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Arial"/>
                </a:defRPr>
              </a:pPr>
            </a:p>
          </p:txBody>
        </p:sp>
        <p:sp>
          <p:nvSpPr>
            <p:cNvPr id="592" name="Фигура"/>
            <p:cNvSpPr/>
            <p:nvPr/>
          </p:nvSpPr>
          <p:spPr>
            <a:xfrm>
              <a:off x="-1" y="-2"/>
              <a:ext cx="375562" cy="31024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2700"/>
                  </a:moveTo>
                  <a:lnTo>
                    <a:pt x="13309" y="5737"/>
                  </a:lnTo>
                  <a:lnTo>
                    <a:pt x="13309" y="3712"/>
                  </a:lnTo>
                  <a:lnTo>
                    <a:pt x="14982" y="3712"/>
                  </a:lnTo>
                  <a:lnTo>
                    <a:pt x="14982" y="7763"/>
                  </a:lnTo>
                  <a:lnTo>
                    <a:pt x="17491" y="10800"/>
                  </a:lnTo>
                  <a:lnTo>
                    <a:pt x="15818" y="10800"/>
                  </a:lnTo>
                  <a:lnTo>
                    <a:pt x="15818" y="18900"/>
                  </a:lnTo>
                  <a:lnTo>
                    <a:pt x="5782" y="18900"/>
                  </a:lnTo>
                  <a:lnTo>
                    <a:pt x="5782" y="10800"/>
                  </a:lnTo>
                  <a:lnTo>
                    <a:pt x="4109" y="10800"/>
                  </a:lnTo>
                  <a:close/>
                  <a:moveTo>
                    <a:pt x="13309" y="5737"/>
                  </a:moveTo>
                  <a:lnTo>
                    <a:pt x="14982" y="7763"/>
                  </a:lnTo>
                  <a:moveTo>
                    <a:pt x="15818" y="10800"/>
                  </a:moveTo>
                  <a:lnTo>
                    <a:pt x="5782" y="10800"/>
                  </a:lnTo>
                  <a:moveTo>
                    <a:pt x="9964" y="18900"/>
                  </a:moveTo>
                  <a:lnTo>
                    <a:pt x="9964" y="14850"/>
                  </a:lnTo>
                  <a:lnTo>
                    <a:pt x="11636" y="14850"/>
                  </a:lnTo>
                  <a:lnTo>
                    <a:pt x="11636" y="18900"/>
                  </a:lnTo>
                  <a:moveTo>
                    <a:pt x="0" y="0"/>
                  </a:moveTo>
                  <a:lnTo>
                    <a:pt x="21600" y="0"/>
                  </a:ln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noFill/>
            <a:ln w="25400" cap="flat">
              <a:solidFill>
                <a:srgbClr val="3A5E8A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Arial"/>
                </a:defRPr>
              </a:pP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7" name="CustomShape 1"/>
          <p:cNvGrpSpPr/>
          <p:nvPr/>
        </p:nvGrpSpPr>
        <p:grpSpPr>
          <a:xfrm>
            <a:off x="457200" y="188638"/>
            <a:ext cx="8228881" cy="1367284"/>
            <a:chOff x="0" y="0"/>
            <a:chExt cx="8228879" cy="1367283"/>
          </a:xfrm>
        </p:grpSpPr>
        <p:sp>
          <p:nvSpPr>
            <p:cNvPr id="595" name="Прямоугольник"/>
            <p:cNvSpPr/>
            <p:nvPr/>
          </p:nvSpPr>
          <p:spPr>
            <a:xfrm>
              <a:off x="0" y="-1"/>
              <a:ext cx="8228881" cy="1367284"/>
            </a:xfrm>
            <a:prstGeom prst="rect">
              <a:avLst/>
            </a:prstGeom>
            <a:gradFill flip="none" rotWithShape="1">
              <a:gsLst>
                <a:gs pos="0">
                  <a:srgbClr val="FDEADA"/>
                </a:gs>
                <a:gs pos="100000">
                  <a:srgbClr val="FAC090"/>
                </a:gs>
              </a:gsLst>
              <a:lin ang="5400000" scaled="0"/>
            </a:gra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pc="-1" sz="4400">
                  <a:latin typeface="+mj-lt"/>
                  <a:ea typeface="+mj-ea"/>
                  <a:cs typeface="+mj-cs"/>
                  <a:sym typeface="Arial"/>
                </a:defRPr>
              </a:pPr>
            </a:p>
          </p:txBody>
        </p:sp>
        <p:sp>
          <p:nvSpPr>
            <p:cNvPr id="596" name="«Тезисы»"/>
            <p:cNvSpPr txBox="1"/>
            <p:nvPr/>
          </p:nvSpPr>
          <p:spPr>
            <a:xfrm>
              <a:off x="45000" y="-1"/>
              <a:ext cx="8138881" cy="136728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4999" tIns="44999" rIns="44999" bIns="44999" numCol="1" anchor="ctr">
              <a:normAutofit fontScale="100000" lnSpcReduction="0"/>
            </a:bodyPr>
            <a:lstStyle>
              <a:lvl1pPr algn="ctr">
                <a:defRPr b="1" spc="-100" sz="4400">
                  <a:solidFill>
                    <a:srgbClr val="FFFFFF"/>
                  </a:solidFill>
                  <a:latin typeface="Times New Roman"/>
                  <a:ea typeface="Times New Roman"/>
                  <a:cs typeface="Times New Roman"/>
                  <a:sym typeface="Times New Roman"/>
                </a:defRPr>
              </a:lvl1pPr>
            </a:lstStyle>
            <a:p>
              <a:pPr/>
              <a:r>
                <a:t>«Тезисы»</a:t>
              </a:r>
            </a:p>
          </p:txBody>
        </p:sp>
      </p:grpSp>
      <p:sp>
        <p:nvSpPr>
          <p:cNvPr id="598" name="CustomShape 2"/>
          <p:cNvSpPr txBox="1"/>
          <p:nvPr/>
        </p:nvSpPr>
        <p:spPr>
          <a:xfrm>
            <a:off x="502200" y="1600200"/>
            <a:ext cx="8138880" cy="49964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>
            <a:normAutofit fontScale="100000" lnSpcReduction="0"/>
          </a:bodyPr>
          <a:lstStyle>
            <a:lvl1pPr algn="just">
              <a:defRPr sz="2800">
                <a:solidFill>
                  <a:srgbClr val="1F497D"/>
                </a:solidFill>
                <a:latin typeface="+mj-lt"/>
                <a:ea typeface="+mj-ea"/>
                <a:cs typeface="+mj-cs"/>
                <a:sym typeface="Arial"/>
              </a:defRPr>
            </a:lvl1pPr>
          </a:lstStyle>
          <a:p>
            <a:pPr/>
            <a:r>
              <a:t>			Тезисы – это основные положения текста, которые доказывают, объясняют, поясняют материал в тексте. Если в плане в определенной последовательности даются только названия основных объектов в виде заголовков, то при составлении тезисов в той же самой последовательности даётся само содержание этих объектов.</a:t>
            </a:r>
          </a:p>
        </p:txBody>
      </p:sp>
      <p:grpSp>
        <p:nvGrpSpPr>
          <p:cNvPr id="603" name="Управляющая кнопка: домой 4">
            <a:hlinkClick r:id="rId2" invalidUrl="" action="ppaction://hlinksldjump" tgtFrame="" tooltip="" history="1" highlightClick="0" endSnd="0"/>
          </p:cNvPr>
          <p:cNvGrpSpPr/>
          <p:nvPr/>
        </p:nvGrpSpPr>
        <p:grpSpPr>
          <a:xfrm>
            <a:off x="7347856" y="6425292"/>
            <a:ext cx="375561" cy="310247"/>
            <a:chOff x="0" y="-1"/>
            <a:chExt cx="375560" cy="310246"/>
          </a:xfrm>
        </p:grpSpPr>
        <p:sp>
          <p:nvSpPr>
            <p:cNvPr id="599" name="Прямоугольник"/>
            <p:cNvSpPr/>
            <p:nvPr/>
          </p:nvSpPr>
          <p:spPr>
            <a:xfrm>
              <a:off x="-1" y="-2"/>
              <a:ext cx="375560" cy="310247"/>
            </a:xfrm>
            <a:prstGeom prst="rect">
              <a:avLst/>
            </a:prstGeom>
            <a:solidFill>
              <a:schemeClr val="accent1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Arial"/>
                </a:defRPr>
              </a:pPr>
            </a:p>
          </p:txBody>
        </p:sp>
        <p:sp>
          <p:nvSpPr>
            <p:cNvPr id="600" name="Фигура"/>
            <p:cNvSpPr/>
            <p:nvPr/>
          </p:nvSpPr>
          <p:spPr>
            <a:xfrm>
              <a:off x="100522" y="53322"/>
              <a:ext cx="174515" cy="21814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9800" y="5760"/>
                  </a:moveTo>
                  <a:lnTo>
                    <a:pt x="19800" y="0"/>
                  </a:lnTo>
                  <a:lnTo>
                    <a:pt x="16200" y="0"/>
                  </a:lnTo>
                  <a:lnTo>
                    <a:pt x="16200" y="2880"/>
                  </a:lnTo>
                  <a:close/>
                  <a:moveTo>
                    <a:pt x="0" y="10080"/>
                  </a:moveTo>
                  <a:lnTo>
                    <a:pt x="0" y="21600"/>
                  </a:lnTo>
                  <a:lnTo>
                    <a:pt x="9000" y="21600"/>
                  </a:lnTo>
                  <a:lnTo>
                    <a:pt x="9000" y="15840"/>
                  </a:lnTo>
                  <a:lnTo>
                    <a:pt x="12600" y="15840"/>
                  </a:lnTo>
                  <a:lnTo>
                    <a:pt x="12600" y="21600"/>
                  </a:lnTo>
                  <a:lnTo>
                    <a:pt x="21600" y="21600"/>
                  </a:lnTo>
                  <a:lnTo>
                    <a:pt x="21600" y="10080"/>
                  </a:lnTo>
                  <a:close/>
                </a:path>
              </a:pathLst>
            </a:custGeom>
            <a:solidFill>
              <a:srgbClr val="000000">
                <a:alpha val="2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Arial"/>
                </a:defRPr>
              </a:pPr>
            </a:p>
          </p:txBody>
        </p:sp>
        <p:sp>
          <p:nvSpPr>
            <p:cNvPr id="601" name="Фигура"/>
            <p:cNvSpPr/>
            <p:nvPr/>
          </p:nvSpPr>
          <p:spPr>
            <a:xfrm>
              <a:off x="71436" y="38779"/>
              <a:ext cx="232686" cy="23268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0"/>
                  </a:moveTo>
                  <a:lnTo>
                    <a:pt x="0" y="10800"/>
                  </a:lnTo>
                  <a:lnTo>
                    <a:pt x="21600" y="10800"/>
                  </a:lnTo>
                  <a:close/>
                  <a:moveTo>
                    <a:pt x="9450" y="16200"/>
                  </a:moveTo>
                  <a:lnTo>
                    <a:pt x="12150" y="16200"/>
                  </a:lnTo>
                  <a:lnTo>
                    <a:pt x="12150" y="21600"/>
                  </a:lnTo>
                  <a:lnTo>
                    <a:pt x="9450" y="21600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Arial"/>
                </a:defRPr>
              </a:pPr>
            </a:p>
          </p:txBody>
        </p:sp>
        <p:sp>
          <p:nvSpPr>
            <p:cNvPr id="602" name="Фигура"/>
            <p:cNvSpPr/>
            <p:nvPr/>
          </p:nvSpPr>
          <p:spPr>
            <a:xfrm>
              <a:off x="-1" y="-2"/>
              <a:ext cx="375562" cy="31024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2700"/>
                  </a:moveTo>
                  <a:lnTo>
                    <a:pt x="13309" y="5737"/>
                  </a:lnTo>
                  <a:lnTo>
                    <a:pt x="13309" y="3712"/>
                  </a:lnTo>
                  <a:lnTo>
                    <a:pt x="14982" y="3712"/>
                  </a:lnTo>
                  <a:lnTo>
                    <a:pt x="14982" y="7763"/>
                  </a:lnTo>
                  <a:lnTo>
                    <a:pt x="17491" y="10800"/>
                  </a:lnTo>
                  <a:lnTo>
                    <a:pt x="15818" y="10800"/>
                  </a:lnTo>
                  <a:lnTo>
                    <a:pt x="15818" y="18900"/>
                  </a:lnTo>
                  <a:lnTo>
                    <a:pt x="5782" y="18900"/>
                  </a:lnTo>
                  <a:lnTo>
                    <a:pt x="5782" y="10800"/>
                  </a:lnTo>
                  <a:lnTo>
                    <a:pt x="4109" y="10800"/>
                  </a:lnTo>
                  <a:close/>
                  <a:moveTo>
                    <a:pt x="13309" y="5737"/>
                  </a:moveTo>
                  <a:lnTo>
                    <a:pt x="14982" y="7763"/>
                  </a:lnTo>
                  <a:moveTo>
                    <a:pt x="15818" y="10800"/>
                  </a:moveTo>
                  <a:lnTo>
                    <a:pt x="5782" y="10800"/>
                  </a:lnTo>
                  <a:moveTo>
                    <a:pt x="9964" y="18900"/>
                  </a:moveTo>
                  <a:lnTo>
                    <a:pt x="9964" y="14850"/>
                  </a:lnTo>
                  <a:lnTo>
                    <a:pt x="11636" y="14850"/>
                  </a:lnTo>
                  <a:lnTo>
                    <a:pt x="11636" y="18900"/>
                  </a:lnTo>
                  <a:moveTo>
                    <a:pt x="0" y="0"/>
                  </a:moveTo>
                  <a:lnTo>
                    <a:pt x="21600" y="0"/>
                  </a:ln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noFill/>
            <a:ln w="25400" cap="flat">
              <a:solidFill>
                <a:srgbClr val="3A5E8A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Arial"/>
                </a:defRPr>
              </a:pP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7" name="CustomShape 1"/>
          <p:cNvGrpSpPr/>
          <p:nvPr/>
        </p:nvGrpSpPr>
        <p:grpSpPr>
          <a:xfrm>
            <a:off x="457200" y="188638"/>
            <a:ext cx="8228881" cy="1367284"/>
            <a:chOff x="0" y="0"/>
            <a:chExt cx="8228879" cy="1367283"/>
          </a:xfrm>
        </p:grpSpPr>
        <p:sp>
          <p:nvSpPr>
            <p:cNvPr id="605" name="Прямоугольник"/>
            <p:cNvSpPr/>
            <p:nvPr/>
          </p:nvSpPr>
          <p:spPr>
            <a:xfrm>
              <a:off x="0" y="-1"/>
              <a:ext cx="8228881" cy="1367284"/>
            </a:xfrm>
            <a:prstGeom prst="rect">
              <a:avLst/>
            </a:prstGeom>
            <a:gradFill flip="none" rotWithShape="1">
              <a:gsLst>
                <a:gs pos="0">
                  <a:srgbClr val="FDEADA"/>
                </a:gs>
                <a:gs pos="100000">
                  <a:srgbClr val="FAC090"/>
                </a:gs>
              </a:gsLst>
              <a:lin ang="5400000" scaled="0"/>
            </a:gra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pc="-1" sz="4400">
                  <a:latin typeface="+mj-lt"/>
                  <a:ea typeface="+mj-ea"/>
                  <a:cs typeface="+mj-cs"/>
                  <a:sym typeface="Arial"/>
                </a:defRPr>
              </a:pPr>
            </a:p>
          </p:txBody>
        </p:sp>
        <p:sp>
          <p:nvSpPr>
            <p:cNvPr id="606" name="«Дерево знаний»"/>
            <p:cNvSpPr txBox="1"/>
            <p:nvPr/>
          </p:nvSpPr>
          <p:spPr>
            <a:xfrm>
              <a:off x="45000" y="-1"/>
              <a:ext cx="8138881" cy="136728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4999" tIns="44999" rIns="44999" bIns="44999" numCol="1" anchor="ctr">
              <a:normAutofit fontScale="100000" lnSpcReduction="0"/>
            </a:bodyPr>
            <a:lstStyle>
              <a:lvl1pPr algn="ctr">
                <a:defRPr b="1" spc="-100" sz="4400">
                  <a:solidFill>
                    <a:srgbClr val="FFFFFF"/>
                  </a:solidFill>
                  <a:latin typeface="Times New Roman"/>
                  <a:ea typeface="Times New Roman"/>
                  <a:cs typeface="Times New Roman"/>
                  <a:sym typeface="Times New Roman"/>
                </a:defRPr>
              </a:lvl1pPr>
            </a:lstStyle>
            <a:p>
              <a:pPr/>
              <a:r>
                <a:t>«Дерево знаний»</a:t>
              </a:r>
            </a:p>
          </p:txBody>
        </p:sp>
      </p:grpSp>
      <p:sp>
        <p:nvSpPr>
          <p:cNvPr id="608" name="CustomShape 2"/>
          <p:cNvSpPr txBox="1"/>
          <p:nvPr/>
        </p:nvSpPr>
        <p:spPr>
          <a:xfrm>
            <a:off x="502200" y="1600200"/>
            <a:ext cx="8138880" cy="49964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>
            <a:normAutofit fontScale="100000" lnSpcReduction="0"/>
          </a:bodyPr>
          <a:lstStyle/>
          <a:p>
            <a:pPr algn="just">
              <a:defRPr sz="2800">
                <a:solidFill>
                  <a:srgbClr val="1F497D"/>
                </a:solidFill>
                <a:latin typeface="+mj-lt"/>
                <a:ea typeface="+mj-ea"/>
                <a:cs typeface="+mj-cs"/>
                <a:sym typeface="Arial"/>
              </a:defRPr>
            </a:pPr>
            <a:r>
              <a:t>		</a:t>
            </a:r>
          </a:p>
          <a:p>
            <a:pPr algn="just">
              <a:defRPr sz="2800">
                <a:solidFill>
                  <a:srgbClr val="1F497D"/>
                </a:solidFill>
                <a:latin typeface="+mj-lt"/>
                <a:ea typeface="+mj-ea"/>
                <a:cs typeface="+mj-cs"/>
                <a:sym typeface="Arial"/>
              </a:defRPr>
            </a:pPr>
          </a:p>
          <a:p>
            <a:pPr algn="just">
              <a:defRPr sz="2800">
                <a:solidFill>
                  <a:srgbClr val="1F497D"/>
                </a:solidFill>
                <a:latin typeface="+mj-lt"/>
                <a:ea typeface="+mj-ea"/>
                <a:cs typeface="+mj-cs"/>
                <a:sym typeface="Arial"/>
              </a:defRPr>
            </a:pPr>
            <a:r>
              <a:t>	</a:t>
            </a:r>
            <a:r>
              <a:rPr sz="3200"/>
              <a:t>Каждый пишет свои вопросы на листочках, которые прикрепляются на «дерево знаний» (изображение на листе ватмана или на школьной доске). </a:t>
            </a:r>
          </a:p>
        </p:txBody>
      </p:sp>
      <p:grpSp>
        <p:nvGrpSpPr>
          <p:cNvPr id="613" name="Управляющая кнопка: домой 4">
            <a:hlinkClick r:id="rId2" invalidUrl="" action="ppaction://hlinksldjump" tgtFrame="" tooltip="" history="1" highlightClick="0" endSnd="0"/>
          </p:cNvPr>
          <p:cNvGrpSpPr/>
          <p:nvPr/>
        </p:nvGrpSpPr>
        <p:grpSpPr>
          <a:xfrm>
            <a:off x="7364185" y="6425292"/>
            <a:ext cx="359232" cy="310247"/>
            <a:chOff x="-1" y="-1"/>
            <a:chExt cx="359231" cy="310246"/>
          </a:xfrm>
        </p:grpSpPr>
        <p:sp>
          <p:nvSpPr>
            <p:cNvPr id="609" name="Прямоугольник"/>
            <p:cNvSpPr/>
            <p:nvPr/>
          </p:nvSpPr>
          <p:spPr>
            <a:xfrm>
              <a:off x="-2" y="-2"/>
              <a:ext cx="359232" cy="310247"/>
            </a:xfrm>
            <a:prstGeom prst="rect">
              <a:avLst/>
            </a:prstGeom>
            <a:solidFill>
              <a:schemeClr val="accent1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Arial"/>
                </a:defRPr>
              </a:pPr>
            </a:p>
          </p:txBody>
        </p:sp>
        <p:sp>
          <p:nvSpPr>
            <p:cNvPr id="610" name="Фигура"/>
            <p:cNvSpPr/>
            <p:nvPr/>
          </p:nvSpPr>
          <p:spPr>
            <a:xfrm>
              <a:off x="92358" y="53322"/>
              <a:ext cx="174514" cy="21814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9800" y="5760"/>
                  </a:moveTo>
                  <a:lnTo>
                    <a:pt x="19800" y="0"/>
                  </a:lnTo>
                  <a:lnTo>
                    <a:pt x="16200" y="0"/>
                  </a:lnTo>
                  <a:lnTo>
                    <a:pt x="16200" y="2880"/>
                  </a:lnTo>
                  <a:close/>
                  <a:moveTo>
                    <a:pt x="0" y="10080"/>
                  </a:moveTo>
                  <a:lnTo>
                    <a:pt x="0" y="21600"/>
                  </a:lnTo>
                  <a:lnTo>
                    <a:pt x="9000" y="21600"/>
                  </a:lnTo>
                  <a:lnTo>
                    <a:pt x="9000" y="15840"/>
                  </a:lnTo>
                  <a:lnTo>
                    <a:pt x="12600" y="15840"/>
                  </a:lnTo>
                  <a:lnTo>
                    <a:pt x="12600" y="21600"/>
                  </a:lnTo>
                  <a:lnTo>
                    <a:pt x="21600" y="21600"/>
                  </a:lnTo>
                  <a:lnTo>
                    <a:pt x="21600" y="10080"/>
                  </a:lnTo>
                  <a:close/>
                </a:path>
              </a:pathLst>
            </a:custGeom>
            <a:solidFill>
              <a:srgbClr val="000000">
                <a:alpha val="2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Arial"/>
                </a:defRPr>
              </a:pPr>
            </a:p>
          </p:txBody>
        </p:sp>
        <p:sp>
          <p:nvSpPr>
            <p:cNvPr id="611" name="Фигура"/>
            <p:cNvSpPr/>
            <p:nvPr/>
          </p:nvSpPr>
          <p:spPr>
            <a:xfrm>
              <a:off x="63273" y="38779"/>
              <a:ext cx="232684" cy="23268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0"/>
                  </a:moveTo>
                  <a:lnTo>
                    <a:pt x="0" y="10800"/>
                  </a:lnTo>
                  <a:lnTo>
                    <a:pt x="21600" y="10800"/>
                  </a:lnTo>
                  <a:close/>
                  <a:moveTo>
                    <a:pt x="9450" y="16200"/>
                  </a:moveTo>
                  <a:lnTo>
                    <a:pt x="12150" y="16200"/>
                  </a:lnTo>
                  <a:lnTo>
                    <a:pt x="12150" y="21600"/>
                  </a:lnTo>
                  <a:lnTo>
                    <a:pt x="9450" y="21600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Arial"/>
                </a:defRPr>
              </a:pPr>
            </a:p>
          </p:txBody>
        </p:sp>
        <p:sp>
          <p:nvSpPr>
            <p:cNvPr id="612" name="Фигура"/>
            <p:cNvSpPr/>
            <p:nvPr/>
          </p:nvSpPr>
          <p:spPr>
            <a:xfrm>
              <a:off x="-2" y="-2"/>
              <a:ext cx="359233" cy="31024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2700"/>
                  </a:moveTo>
                  <a:lnTo>
                    <a:pt x="13423" y="5737"/>
                  </a:lnTo>
                  <a:lnTo>
                    <a:pt x="13423" y="3712"/>
                  </a:lnTo>
                  <a:lnTo>
                    <a:pt x="15172" y="3712"/>
                  </a:lnTo>
                  <a:lnTo>
                    <a:pt x="15172" y="7763"/>
                  </a:lnTo>
                  <a:lnTo>
                    <a:pt x="17795" y="10800"/>
                  </a:lnTo>
                  <a:lnTo>
                    <a:pt x="16047" y="10800"/>
                  </a:lnTo>
                  <a:lnTo>
                    <a:pt x="16047" y="18900"/>
                  </a:lnTo>
                  <a:lnTo>
                    <a:pt x="5553" y="18900"/>
                  </a:lnTo>
                  <a:lnTo>
                    <a:pt x="5553" y="10800"/>
                  </a:lnTo>
                  <a:lnTo>
                    <a:pt x="3805" y="10800"/>
                  </a:lnTo>
                  <a:close/>
                  <a:moveTo>
                    <a:pt x="13423" y="5737"/>
                  </a:moveTo>
                  <a:lnTo>
                    <a:pt x="15172" y="7763"/>
                  </a:lnTo>
                  <a:moveTo>
                    <a:pt x="16047" y="10800"/>
                  </a:moveTo>
                  <a:lnTo>
                    <a:pt x="5553" y="10800"/>
                  </a:lnTo>
                  <a:moveTo>
                    <a:pt x="9926" y="18900"/>
                  </a:moveTo>
                  <a:lnTo>
                    <a:pt x="9926" y="14850"/>
                  </a:lnTo>
                  <a:lnTo>
                    <a:pt x="11674" y="14850"/>
                  </a:lnTo>
                  <a:lnTo>
                    <a:pt x="11674" y="18900"/>
                  </a:lnTo>
                  <a:moveTo>
                    <a:pt x="0" y="0"/>
                  </a:moveTo>
                  <a:lnTo>
                    <a:pt x="21600" y="0"/>
                  </a:ln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noFill/>
            <a:ln w="25400" cap="flat">
              <a:solidFill>
                <a:srgbClr val="3A5E8A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Arial"/>
                </a:defRPr>
              </a:pP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9" name="Управляющая кнопка: домой 4">
            <a:hlinkClick r:id="rId2" invalidUrl="" action="ppaction://hlinksldjump" tgtFrame="" tooltip="" history="1" highlightClick="0" endSnd="0"/>
          </p:cNvPr>
          <p:cNvGrpSpPr/>
          <p:nvPr/>
        </p:nvGrpSpPr>
        <p:grpSpPr>
          <a:xfrm>
            <a:off x="7364185" y="6425292"/>
            <a:ext cx="359232" cy="310247"/>
            <a:chOff x="-1" y="-1"/>
            <a:chExt cx="359231" cy="310246"/>
          </a:xfrm>
        </p:grpSpPr>
        <p:sp>
          <p:nvSpPr>
            <p:cNvPr id="615" name="Прямоугольник"/>
            <p:cNvSpPr/>
            <p:nvPr/>
          </p:nvSpPr>
          <p:spPr>
            <a:xfrm>
              <a:off x="-2" y="-2"/>
              <a:ext cx="359232" cy="310247"/>
            </a:xfrm>
            <a:prstGeom prst="rect">
              <a:avLst/>
            </a:prstGeom>
            <a:solidFill>
              <a:schemeClr val="accent1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Arial"/>
                </a:defRPr>
              </a:pPr>
            </a:p>
          </p:txBody>
        </p:sp>
        <p:sp>
          <p:nvSpPr>
            <p:cNvPr id="616" name="Фигура"/>
            <p:cNvSpPr/>
            <p:nvPr/>
          </p:nvSpPr>
          <p:spPr>
            <a:xfrm>
              <a:off x="92358" y="53322"/>
              <a:ext cx="174514" cy="21814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9800" y="5760"/>
                  </a:moveTo>
                  <a:lnTo>
                    <a:pt x="19800" y="0"/>
                  </a:lnTo>
                  <a:lnTo>
                    <a:pt x="16200" y="0"/>
                  </a:lnTo>
                  <a:lnTo>
                    <a:pt x="16200" y="2880"/>
                  </a:lnTo>
                  <a:close/>
                  <a:moveTo>
                    <a:pt x="0" y="10080"/>
                  </a:moveTo>
                  <a:lnTo>
                    <a:pt x="0" y="21600"/>
                  </a:lnTo>
                  <a:lnTo>
                    <a:pt x="9000" y="21600"/>
                  </a:lnTo>
                  <a:lnTo>
                    <a:pt x="9000" y="15840"/>
                  </a:lnTo>
                  <a:lnTo>
                    <a:pt x="12600" y="15840"/>
                  </a:lnTo>
                  <a:lnTo>
                    <a:pt x="12600" y="21600"/>
                  </a:lnTo>
                  <a:lnTo>
                    <a:pt x="21600" y="21600"/>
                  </a:lnTo>
                  <a:lnTo>
                    <a:pt x="21600" y="10080"/>
                  </a:lnTo>
                  <a:close/>
                </a:path>
              </a:pathLst>
            </a:custGeom>
            <a:solidFill>
              <a:srgbClr val="000000">
                <a:alpha val="2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Arial"/>
                </a:defRPr>
              </a:pPr>
            </a:p>
          </p:txBody>
        </p:sp>
        <p:sp>
          <p:nvSpPr>
            <p:cNvPr id="617" name="Фигура"/>
            <p:cNvSpPr/>
            <p:nvPr/>
          </p:nvSpPr>
          <p:spPr>
            <a:xfrm>
              <a:off x="63273" y="38779"/>
              <a:ext cx="232684" cy="23268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0"/>
                  </a:moveTo>
                  <a:lnTo>
                    <a:pt x="0" y="10800"/>
                  </a:lnTo>
                  <a:lnTo>
                    <a:pt x="21600" y="10800"/>
                  </a:lnTo>
                  <a:close/>
                  <a:moveTo>
                    <a:pt x="9450" y="16200"/>
                  </a:moveTo>
                  <a:lnTo>
                    <a:pt x="12150" y="16200"/>
                  </a:lnTo>
                  <a:lnTo>
                    <a:pt x="12150" y="21600"/>
                  </a:lnTo>
                  <a:lnTo>
                    <a:pt x="9450" y="21600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Arial"/>
                </a:defRPr>
              </a:pPr>
            </a:p>
          </p:txBody>
        </p:sp>
        <p:sp>
          <p:nvSpPr>
            <p:cNvPr id="618" name="Фигура"/>
            <p:cNvSpPr/>
            <p:nvPr/>
          </p:nvSpPr>
          <p:spPr>
            <a:xfrm>
              <a:off x="-2" y="-2"/>
              <a:ext cx="359233" cy="31024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2700"/>
                  </a:moveTo>
                  <a:lnTo>
                    <a:pt x="13423" y="5737"/>
                  </a:lnTo>
                  <a:lnTo>
                    <a:pt x="13423" y="3712"/>
                  </a:lnTo>
                  <a:lnTo>
                    <a:pt x="15172" y="3712"/>
                  </a:lnTo>
                  <a:lnTo>
                    <a:pt x="15172" y="7763"/>
                  </a:lnTo>
                  <a:lnTo>
                    <a:pt x="17795" y="10800"/>
                  </a:lnTo>
                  <a:lnTo>
                    <a:pt x="16047" y="10800"/>
                  </a:lnTo>
                  <a:lnTo>
                    <a:pt x="16047" y="18900"/>
                  </a:lnTo>
                  <a:lnTo>
                    <a:pt x="5553" y="18900"/>
                  </a:lnTo>
                  <a:lnTo>
                    <a:pt x="5553" y="10800"/>
                  </a:lnTo>
                  <a:lnTo>
                    <a:pt x="3805" y="10800"/>
                  </a:lnTo>
                  <a:close/>
                  <a:moveTo>
                    <a:pt x="13423" y="5737"/>
                  </a:moveTo>
                  <a:lnTo>
                    <a:pt x="15172" y="7763"/>
                  </a:lnTo>
                  <a:moveTo>
                    <a:pt x="16047" y="10800"/>
                  </a:moveTo>
                  <a:lnTo>
                    <a:pt x="5553" y="10800"/>
                  </a:lnTo>
                  <a:moveTo>
                    <a:pt x="9926" y="18900"/>
                  </a:moveTo>
                  <a:lnTo>
                    <a:pt x="9926" y="14850"/>
                  </a:lnTo>
                  <a:lnTo>
                    <a:pt x="11674" y="14850"/>
                  </a:lnTo>
                  <a:lnTo>
                    <a:pt x="11674" y="18900"/>
                  </a:lnTo>
                  <a:moveTo>
                    <a:pt x="0" y="0"/>
                  </a:moveTo>
                  <a:lnTo>
                    <a:pt x="21600" y="0"/>
                  </a:ln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noFill/>
            <a:ln w="25400" cap="flat">
              <a:solidFill>
                <a:srgbClr val="3A5E8A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Arial"/>
                </a:defRPr>
              </a:pPr>
            </a:p>
          </p:txBody>
        </p:sp>
      </p:grpSp>
      <p:pic>
        <p:nvPicPr>
          <p:cNvPr id="620" name="Рисунок 2" descr="Рисунок 2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723898" y="400050"/>
            <a:ext cx="7500258" cy="5625194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2" name="Рисунок 5" descr="Рисунок 5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46547" y="232783"/>
            <a:ext cx="7850906" cy="6392433"/>
          </a:xfrm>
          <a:prstGeom prst="rect">
            <a:avLst/>
          </a:prstGeom>
          <a:ln w="12700">
            <a:miter lim="400000"/>
          </a:ln>
        </p:spPr>
      </p:pic>
      <p:pic>
        <p:nvPicPr>
          <p:cNvPr id="623" name="Рисунок 6" descr="Рисунок 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7686495" y="6396430"/>
            <a:ext cx="384083" cy="33531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7" name="CustomShape 1"/>
          <p:cNvGrpSpPr/>
          <p:nvPr/>
        </p:nvGrpSpPr>
        <p:grpSpPr>
          <a:xfrm>
            <a:off x="457200" y="188638"/>
            <a:ext cx="8228881" cy="1367284"/>
            <a:chOff x="0" y="0"/>
            <a:chExt cx="8228879" cy="1367283"/>
          </a:xfrm>
        </p:grpSpPr>
        <p:sp>
          <p:nvSpPr>
            <p:cNvPr id="625" name="Прямоугольник"/>
            <p:cNvSpPr/>
            <p:nvPr/>
          </p:nvSpPr>
          <p:spPr>
            <a:xfrm>
              <a:off x="0" y="-1"/>
              <a:ext cx="8228881" cy="1367284"/>
            </a:xfrm>
            <a:prstGeom prst="rect">
              <a:avLst/>
            </a:prstGeom>
            <a:gradFill flip="none" rotWithShape="1">
              <a:gsLst>
                <a:gs pos="0">
                  <a:srgbClr val="FDEADA"/>
                </a:gs>
                <a:gs pos="100000">
                  <a:srgbClr val="FAC090"/>
                </a:gs>
              </a:gsLst>
              <a:lin ang="5400000" scaled="0"/>
            </a:gra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pc="-1" sz="4400">
                  <a:latin typeface="+mj-lt"/>
                  <a:ea typeface="+mj-ea"/>
                  <a:cs typeface="+mj-cs"/>
                  <a:sym typeface="Arial"/>
                </a:defRPr>
              </a:pPr>
            </a:p>
          </p:txBody>
        </p:sp>
        <p:sp>
          <p:nvSpPr>
            <p:cNvPr id="626" name="«Кубик Блума»"/>
            <p:cNvSpPr txBox="1"/>
            <p:nvPr/>
          </p:nvSpPr>
          <p:spPr>
            <a:xfrm>
              <a:off x="45000" y="-1"/>
              <a:ext cx="8138881" cy="136728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4999" tIns="44999" rIns="44999" bIns="44999" numCol="1" anchor="ctr">
              <a:normAutofit fontScale="100000" lnSpcReduction="0"/>
            </a:bodyPr>
            <a:lstStyle>
              <a:lvl1pPr algn="ctr">
                <a:defRPr b="1" spc="-100" sz="4400">
                  <a:solidFill>
                    <a:srgbClr val="FFFFFF"/>
                  </a:solidFill>
                  <a:latin typeface="Times New Roman"/>
                  <a:ea typeface="Times New Roman"/>
                  <a:cs typeface="Times New Roman"/>
                  <a:sym typeface="Times New Roman"/>
                </a:defRPr>
              </a:lvl1pPr>
            </a:lstStyle>
            <a:p>
              <a:pPr/>
              <a:r>
                <a:t>«Кубик Блума»</a:t>
              </a:r>
            </a:p>
          </p:txBody>
        </p:sp>
      </p:grpSp>
      <p:sp>
        <p:nvSpPr>
          <p:cNvPr id="628" name="CustomShape 2"/>
          <p:cNvSpPr txBox="1"/>
          <p:nvPr/>
        </p:nvSpPr>
        <p:spPr>
          <a:xfrm>
            <a:off x="502200" y="1600200"/>
            <a:ext cx="8138880" cy="49964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>
            <a:normAutofit fontScale="100000" lnSpcReduction="0"/>
          </a:bodyPr>
          <a:lstStyle/>
          <a:p>
            <a:pPr algn="just">
              <a:defRPr sz="2800">
                <a:solidFill>
                  <a:srgbClr val="1F497D"/>
                </a:solidFill>
                <a:latin typeface="+mj-lt"/>
                <a:ea typeface="+mj-ea"/>
                <a:cs typeface="+mj-cs"/>
                <a:sym typeface="Arial"/>
              </a:defRPr>
            </a:pPr>
            <a:r>
              <a:t>		</a:t>
            </a:r>
          </a:p>
          <a:p>
            <a:pPr algn="just">
              <a:defRPr sz="2800">
                <a:solidFill>
                  <a:srgbClr val="1F497D"/>
                </a:solidFill>
                <a:latin typeface="+mj-lt"/>
                <a:ea typeface="+mj-ea"/>
                <a:cs typeface="+mj-cs"/>
                <a:sym typeface="Arial"/>
              </a:defRPr>
            </a:pPr>
          </a:p>
          <a:p>
            <a:pPr algn="just">
              <a:defRPr sz="2800">
                <a:solidFill>
                  <a:srgbClr val="1F497D"/>
                </a:solidFill>
                <a:latin typeface="+mj-lt"/>
                <a:ea typeface="+mj-ea"/>
                <a:cs typeface="+mj-cs"/>
                <a:sym typeface="Arial"/>
              </a:defRPr>
            </a:pPr>
            <a:r>
              <a:t>	</a:t>
            </a:r>
            <a:r>
              <a:rPr sz="3200"/>
              <a:t>Учитель (или ученик) бросает кубик. Необходимо сформулировать вопрос к учебному материалу по той грани, на которую выпадет кубик.</a:t>
            </a:r>
          </a:p>
        </p:txBody>
      </p:sp>
      <p:grpSp>
        <p:nvGrpSpPr>
          <p:cNvPr id="633" name="Управляющая кнопка: домой 4">
            <a:hlinkClick r:id="rId2" invalidUrl="" action="ppaction://hlinksldjump" tgtFrame="" tooltip="" history="1" highlightClick="0" endSnd="0"/>
          </p:cNvPr>
          <p:cNvGrpSpPr/>
          <p:nvPr/>
        </p:nvGrpSpPr>
        <p:grpSpPr>
          <a:xfrm>
            <a:off x="7364185" y="6425292"/>
            <a:ext cx="359232" cy="310247"/>
            <a:chOff x="-1" y="-1"/>
            <a:chExt cx="359231" cy="310246"/>
          </a:xfrm>
        </p:grpSpPr>
        <p:sp>
          <p:nvSpPr>
            <p:cNvPr id="629" name="Прямоугольник"/>
            <p:cNvSpPr/>
            <p:nvPr/>
          </p:nvSpPr>
          <p:spPr>
            <a:xfrm>
              <a:off x="-2" y="-2"/>
              <a:ext cx="359232" cy="310247"/>
            </a:xfrm>
            <a:prstGeom prst="rect">
              <a:avLst/>
            </a:prstGeom>
            <a:solidFill>
              <a:schemeClr val="accent1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Arial"/>
                </a:defRPr>
              </a:pPr>
            </a:p>
          </p:txBody>
        </p:sp>
        <p:sp>
          <p:nvSpPr>
            <p:cNvPr id="630" name="Фигура"/>
            <p:cNvSpPr/>
            <p:nvPr/>
          </p:nvSpPr>
          <p:spPr>
            <a:xfrm>
              <a:off x="92358" y="53322"/>
              <a:ext cx="174514" cy="21814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9800" y="5760"/>
                  </a:moveTo>
                  <a:lnTo>
                    <a:pt x="19800" y="0"/>
                  </a:lnTo>
                  <a:lnTo>
                    <a:pt x="16200" y="0"/>
                  </a:lnTo>
                  <a:lnTo>
                    <a:pt x="16200" y="2880"/>
                  </a:lnTo>
                  <a:close/>
                  <a:moveTo>
                    <a:pt x="0" y="10080"/>
                  </a:moveTo>
                  <a:lnTo>
                    <a:pt x="0" y="21600"/>
                  </a:lnTo>
                  <a:lnTo>
                    <a:pt x="9000" y="21600"/>
                  </a:lnTo>
                  <a:lnTo>
                    <a:pt x="9000" y="15840"/>
                  </a:lnTo>
                  <a:lnTo>
                    <a:pt x="12600" y="15840"/>
                  </a:lnTo>
                  <a:lnTo>
                    <a:pt x="12600" y="21600"/>
                  </a:lnTo>
                  <a:lnTo>
                    <a:pt x="21600" y="21600"/>
                  </a:lnTo>
                  <a:lnTo>
                    <a:pt x="21600" y="10080"/>
                  </a:lnTo>
                  <a:close/>
                </a:path>
              </a:pathLst>
            </a:custGeom>
            <a:solidFill>
              <a:srgbClr val="000000">
                <a:alpha val="2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Arial"/>
                </a:defRPr>
              </a:pPr>
            </a:p>
          </p:txBody>
        </p:sp>
        <p:sp>
          <p:nvSpPr>
            <p:cNvPr id="631" name="Фигура"/>
            <p:cNvSpPr/>
            <p:nvPr/>
          </p:nvSpPr>
          <p:spPr>
            <a:xfrm>
              <a:off x="63273" y="38779"/>
              <a:ext cx="232684" cy="23268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0"/>
                  </a:moveTo>
                  <a:lnTo>
                    <a:pt x="0" y="10800"/>
                  </a:lnTo>
                  <a:lnTo>
                    <a:pt x="21600" y="10800"/>
                  </a:lnTo>
                  <a:close/>
                  <a:moveTo>
                    <a:pt x="9450" y="16200"/>
                  </a:moveTo>
                  <a:lnTo>
                    <a:pt x="12150" y="16200"/>
                  </a:lnTo>
                  <a:lnTo>
                    <a:pt x="12150" y="21600"/>
                  </a:lnTo>
                  <a:lnTo>
                    <a:pt x="9450" y="21600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Arial"/>
                </a:defRPr>
              </a:pPr>
            </a:p>
          </p:txBody>
        </p:sp>
        <p:sp>
          <p:nvSpPr>
            <p:cNvPr id="632" name="Фигура"/>
            <p:cNvSpPr/>
            <p:nvPr/>
          </p:nvSpPr>
          <p:spPr>
            <a:xfrm>
              <a:off x="-2" y="-2"/>
              <a:ext cx="359233" cy="31024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2700"/>
                  </a:moveTo>
                  <a:lnTo>
                    <a:pt x="13423" y="5737"/>
                  </a:lnTo>
                  <a:lnTo>
                    <a:pt x="13423" y="3712"/>
                  </a:lnTo>
                  <a:lnTo>
                    <a:pt x="15172" y="3712"/>
                  </a:lnTo>
                  <a:lnTo>
                    <a:pt x="15172" y="7763"/>
                  </a:lnTo>
                  <a:lnTo>
                    <a:pt x="17795" y="10800"/>
                  </a:lnTo>
                  <a:lnTo>
                    <a:pt x="16047" y="10800"/>
                  </a:lnTo>
                  <a:lnTo>
                    <a:pt x="16047" y="18900"/>
                  </a:lnTo>
                  <a:lnTo>
                    <a:pt x="5553" y="18900"/>
                  </a:lnTo>
                  <a:lnTo>
                    <a:pt x="5553" y="10800"/>
                  </a:lnTo>
                  <a:lnTo>
                    <a:pt x="3805" y="10800"/>
                  </a:lnTo>
                  <a:close/>
                  <a:moveTo>
                    <a:pt x="13423" y="5737"/>
                  </a:moveTo>
                  <a:lnTo>
                    <a:pt x="15172" y="7763"/>
                  </a:lnTo>
                  <a:moveTo>
                    <a:pt x="16047" y="10800"/>
                  </a:moveTo>
                  <a:lnTo>
                    <a:pt x="5553" y="10800"/>
                  </a:lnTo>
                  <a:moveTo>
                    <a:pt x="9926" y="18900"/>
                  </a:moveTo>
                  <a:lnTo>
                    <a:pt x="9926" y="14850"/>
                  </a:lnTo>
                  <a:lnTo>
                    <a:pt x="11674" y="14850"/>
                  </a:lnTo>
                  <a:lnTo>
                    <a:pt x="11674" y="18900"/>
                  </a:lnTo>
                  <a:moveTo>
                    <a:pt x="0" y="0"/>
                  </a:moveTo>
                  <a:lnTo>
                    <a:pt x="21600" y="0"/>
                  </a:ln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noFill/>
            <a:ln w="25400" cap="flat">
              <a:solidFill>
                <a:srgbClr val="3A5E8A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Arial"/>
                </a:defRPr>
              </a:pP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7" name="CustomShape 1"/>
          <p:cNvGrpSpPr/>
          <p:nvPr/>
        </p:nvGrpSpPr>
        <p:grpSpPr>
          <a:xfrm>
            <a:off x="457200" y="188638"/>
            <a:ext cx="8228881" cy="1367284"/>
            <a:chOff x="0" y="0"/>
            <a:chExt cx="8228879" cy="1367283"/>
          </a:xfrm>
        </p:grpSpPr>
        <p:sp>
          <p:nvSpPr>
            <p:cNvPr id="635" name="Прямоугольник"/>
            <p:cNvSpPr/>
            <p:nvPr/>
          </p:nvSpPr>
          <p:spPr>
            <a:xfrm>
              <a:off x="0" y="-1"/>
              <a:ext cx="8228881" cy="1367284"/>
            </a:xfrm>
            <a:prstGeom prst="rect">
              <a:avLst/>
            </a:prstGeom>
            <a:gradFill flip="none" rotWithShape="1">
              <a:gsLst>
                <a:gs pos="0">
                  <a:srgbClr val="FDEADA"/>
                </a:gs>
                <a:gs pos="100000">
                  <a:srgbClr val="FAC090"/>
                </a:gs>
              </a:gsLst>
              <a:lin ang="5400000" scaled="0"/>
            </a:gra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pc="-1" sz="3200">
                  <a:latin typeface="+mj-lt"/>
                  <a:ea typeface="+mj-ea"/>
                  <a:cs typeface="+mj-cs"/>
                  <a:sym typeface="Arial"/>
                </a:defRPr>
              </a:pPr>
            </a:p>
          </p:txBody>
        </p:sp>
        <p:sp>
          <p:nvSpPr>
            <p:cNvPr id="636" name="Виды вопросов и заданий к текстам"/>
            <p:cNvSpPr txBox="1"/>
            <p:nvPr/>
          </p:nvSpPr>
          <p:spPr>
            <a:xfrm>
              <a:off x="45000" y="-1"/>
              <a:ext cx="8138881" cy="136728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4999" tIns="44999" rIns="44999" bIns="44999" numCol="1" anchor="ctr">
              <a:normAutofit fontScale="100000" lnSpcReduction="0"/>
            </a:bodyPr>
            <a:lstStyle>
              <a:lvl1pPr algn="ctr">
                <a:defRPr b="1" spc="-100" sz="3200">
                  <a:solidFill>
                    <a:srgbClr val="FFFFFF"/>
                  </a:solidFill>
                  <a:latin typeface="Times New Roman"/>
                  <a:ea typeface="Times New Roman"/>
                  <a:cs typeface="Times New Roman"/>
                  <a:sym typeface="Times New Roman"/>
                </a:defRPr>
              </a:lvl1pPr>
            </a:lstStyle>
            <a:p>
              <a:pPr/>
              <a:r>
                <a:t>Виды вопросов и заданий к текстам</a:t>
              </a:r>
            </a:p>
          </p:txBody>
        </p:sp>
      </p:grpSp>
      <p:sp>
        <p:nvSpPr>
          <p:cNvPr id="638" name="Прямоугольник 2"/>
          <p:cNvSpPr txBox="1"/>
          <p:nvPr/>
        </p:nvSpPr>
        <p:spPr>
          <a:xfrm>
            <a:off x="617219" y="1817178"/>
            <a:ext cx="7501347" cy="2870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just">
              <a:lnSpc>
                <a:spcPct val="115000"/>
              </a:lnSpc>
              <a:defRPr sz="1400"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pPr/>
            <a:r>
              <a:t> </a:t>
            </a:r>
          </a:p>
        </p:txBody>
      </p:sp>
      <p:sp>
        <p:nvSpPr>
          <p:cNvPr id="639" name="Прямоугольник 3"/>
          <p:cNvSpPr txBox="1"/>
          <p:nvPr/>
        </p:nvSpPr>
        <p:spPr>
          <a:xfrm>
            <a:off x="690698" y="2157269"/>
            <a:ext cx="7256417" cy="28082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just">
              <a:lnSpc>
                <a:spcPct val="115000"/>
              </a:lnSpc>
              <a:defRPr b="1"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Задания «множественного выбора»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algn="just">
              <a:lnSpc>
                <a:spcPct val="115000"/>
              </a:lnSpc>
              <a:defRPr b="1"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 Задания «на соотнесение»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algn="just">
              <a:lnSpc>
                <a:spcPct val="115000"/>
              </a:lnSpc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 </a:t>
            </a:r>
            <a:r>
              <a:rPr b="1"/>
              <a:t>Задания «на дополнение информации»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algn="just">
              <a:lnSpc>
                <a:spcPct val="115000"/>
              </a:lnSpc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 </a:t>
            </a:r>
            <a:r>
              <a:rPr b="1"/>
              <a:t>Задания «на перенос информации»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algn="just">
              <a:lnSpc>
                <a:spcPct val="115000"/>
              </a:lnSpc>
              <a:defRPr b="1"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Задания «на восстановление деформированного текста»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Заголовок 1"/>
          <p:cNvSpPr txBox="1"/>
          <p:nvPr>
            <p:ph type="title"/>
          </p:nvPr>
        </p:nvSpPr>
        <p:spPr>
          <a:xfrm>
            <a:off x="457199" y="222840"/>
            <a:ext cx="8229242" cy="1246681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642" name="Подзаголовок 2"/>
          <p:cNvSpPr txBox="1"/>
          <p:nvPr>
            <p:ph type="body" sz="quarter" idx="1"/>
          </p:nvPr>
        </p:nvSpPr>
        <p:spPr>
          <a:xfrm>
            <a:off x="457199" y="222838"/>
            <a:ext cx="8229242" cy="348663"/>
          </a:xfrm>
          <a:prstGeom prst="rect">
            <a:avLst/>
          </a:prstGeom>
        </p:spPr>
        <p:txBody>
          <a:bodyPr/>
          <a:lstStyle/>
          <a:p>
            <a:pPr marL="192023" indent="-192023" defTabSz="768094">
              <a:spcBef>
                <a:spcPts val="800"/>
              </a:spcBef>
              <a:defRPr sz="2300"/>
            </a:pPr>
          </a:p>
        </p:txBody>
      </p:sp>
      <p:graphicFrame>
        <p:nvGraphicFramePr>
          <p:cNvPr id="643" name="Диаграмма 5"/>
          <p:cNvGraphicFramePr/>
          <p:nvPr/>
        </p:nvGraphicFramePr>
        <p:xfrm>
          <a:off x="1018359" y="1184746"/>
          <a:ext cx="7793804" cy="513302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7" name="CustomShape 1"/>
          <p:cNvGrpSpPr/>
          <p:nvPr/>
        </p:nvGrpSpPr>
        <p:grpSpPr>
          <a:xfrm>
            <a:off x="0" y="214200"/>
            <a:ext cx="9143281" cy="1142281"/>
            <a:chOff x="0" y="0"/>
            <a:chExt cx="9143280" cy="1142280"/>
          </a:xfrm>
        </p:grpSpPr>
        <p:sp>
          <p:nvSpPr>
            <p:cNvPr id="645" name="Прямоугольник"/>
            <p:cNvSpPr/>
            <p:nvPr/>
          </p:nvSpPr>
          <p:spPr>
            <a:xfrm>
              <a:off x="0" y="0"/>
              <a:ext cx="9143281" cy="1142281"/>
            </a:xfrm>
            <a:prstGeom prst="rect">
              <a:avLst/>
            </a:prstGeom>
            <a:gradFill flip="none" rotWithShape="1">
              <a:gsLst>
                <a:gs pos="0">
                  <a:srgbClr val="FDEADA"/>
                </a:gs>
                <a:gs pos="100000">
                  <a:srgbClr val="FAC090"/>
                </a:gs>
              </a:gsLst>
              <a:lin ang="5400000" scaled="0"/>
            </a:gra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pc="-1" sz="4400">
                  <a:latin typeface="+mj-lt"/>
                  <a:ea typeface="+mj-ea"/>
                  <a:cs typeface="+mj-cs"/>
                  <a:sym typeface="Arial"/>
                </a:defRPr>
              </a:pPr>
            </a:p>
          </p:txBody>
        </p:sp>
        <p:sp>
          <p:nvSpPr>
            <p:cNvPr id="646" name="Информационные ресурсы"/>
            <p:cNvSpPr txBox="1"/>
            <p:nvPr/>
          </p:nvSpPr>
          <p:spPr>
            <a:xfrm>
              <a:off x="44999" y="214159"/>
              <a:ext cx="9053283" cy="71396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b="1" spc="-1" sz="4400">
                  <a:solidFill>
                    <a:srgbClr val="FFFFFF"/>
                  </a:solidFill>
                  <a:latin typeface="Times New Roman"/>
                  <a:ea typeface="Times New Roman"/>
                  <a:cs typeface="Times New Roman"/>
                  <a:sym typeface="Times New Roman"/>
                </a:defRPr>
              </a:lvl1pPr>
            </a:lstStyle>
            <a:p>
              <a:pPr/>
              <a:r>
                <a:t>Информационные ресурсы</a:t>
              </a:r>
            </a:p>
          </p:txBody>
        </p:sp>
      </p:grpSp>
      <p:sp>
        <p:nvSpPr>
          <p:cNvPr id="648" name="CustomShape 2"/>
          <p:cNvSpPr txBox="1"/>
          <p:nvPr/>
        </p:nvSpPr>
        <p:spPr>
          <a:xfrm>
            <a:off x="502200" y="1571760"/>
            <a:ext cx="8138880" cy="4554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>
            <a:normAutofit fontScale="100000" lnSpcReduction="0"/>
          </a:bodyPr>
          <a:lstStyle/>
          <a:p>
            <a:pPr marL="343080" indent="-342358">
              <a:spcBef>
                <a:spcPts val="400"/>
              </a:spcBef>
              <a:buClr>
                <a:srgbClr val="1F497D"/>
              </a:buClr>
              <a:buSzPct val="100000"/>
              <a:buFont typeface="Arial"/>
              <a:buChar char="•"/>
              <a:defRPr b="1" spc="-100" sz="2200">
                <a:solidFill>
                  <a:srgbClr val="1F497D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Федеральный государственный образовательный стандарт начального общего образования // [Электронный ресурс] http://standart edu.ru/catalog.aspx?CatalogId=959.</a:t>
            </a:r>
            <a:endParaRPr spc="-1" sz="2400"/>
          </a:p>
          <a:p>
            <a:pPr marL="343080" indent="-342358">
              <a:spcBef>
                <a:spcPts val="400"/>
              </a:spcBef>
              <a:buClr>
                <a:srgbClr val="1F497D"/>
              </a:buClr>
              <a:buSzPct val="100000"/>
              <a:buFont typeface="Arial"/>
              <a:buChar char="•"/>
              <a:defRPr b="1" spc="-100" sz="2200">
                <a:solidFill>
                  <a:srgbClr val="1F497D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Бондаренко Г. И. Развитие умений смыслового чтения в начальной школе / Г. И. Бондаренко // Начальная школа плюс: до и после // Электронный ресурс www.school 2100.ru</a:t>
            </a:r>
            <a:endParaRPr spc="-1" sz="2400"/>
          </a:p>
          <a:p>
            <a:pPr marL="343080" indent="-342358">
              <a:spcBef>
                <a:spcPts val="400"/>
              </a:spcBef>
              <a:buClr>
                <a:srgbClr val="1F497D"/>
              </a:buClr>
              <a:buSzPct val="100000"/>
              <a:buFont typeface="Arial"/>
              <a:buChar char="•"/>
              <a:defRPr b="1" spc="-100" sz="2200">
                <a:solidFill>
                  <a:srgbClr val="1F497D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Климанова Л. Обучение чтению в начальных классах//Школа</a:t>
            </a:r>
            <a:endParaRPr spc="-1" sz="2400"/>
          </a:p>
          <a:p>
            <a:pPr marL="343080" indent="-342358">
              <a:spcBef>
                <a:spcPts val="400"/>
              </a:spcBef>
              <a:buClr>
                <a:srgbClr val="1F497D"/>
              </a:buClr>
              <a:buSzPct val="100000"/>
              <a:buFont typeface="Arial"/>
              <a:buChar char="•"/>
              <a:defRPr b="1" spc="-100" sz="2200">
                <a:solidFill>
                  <a:srgbClr val="1F497D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Львов М.Р., Горецкий В.Г. Сосновская О.В. Методика преподавания русского языка в начальных классах. – М.:2000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